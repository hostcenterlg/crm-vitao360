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7562850" cx="10693400"/>
  <p:notesSz cx="10693400" cy="7562850"/>
  <p:embeddedFontLst>
    <p:embeddedFont>
      <p:font typeface="Sora SemiBold"/>
      <p:regular r:id="rId22"/>
      <p:bold r:id="rId23"/>
    </p:embeddedFont>
    <p:embeddedFont>
      <p:font typeface="Sora"/>
      <p:regular r:id="rId24"/>
      <p:bold r:id="rId25"/>
    </p:embeddedFont>
    <p:embeddedFont>
      <p:font typeface="Sora Medium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gm5tw7FEyUFsvqfONVyC32Fh0u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SoraSemiBold-regular.fntdata"/><Relationship Id="rId21" Type="http://schemas.openxmlformats.org/officeDocument/2006/relationships/slide" Target="slides/slide16.xml"/><Relationship Id="rId24" Type="http://schemas.openxmlformats.org/officeDocument/2006/relationships/font" Target="fonts/Sora-regular.fntdata"/><Relationship Id="rId23" Type="http://schemas.openxmlformats.org/officeDocument/2006/relationships/font" Target="fonts/Sora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oraMedium-regular.fntdata"/><Relationship Id="rId25" Type="http://schemas.openxmlformats.org/officeDocument/2006/relationships/font" Target="fonts/Sora-bold.fntdata"/><Relationship Id="rId28" Type="http://customschemas.google.com/relationships/presentationmetadata" Target="metadata"/><Relationship Id="rId27" Type="http://schemas.openxmlformats.org/officeDocument/2006/relationships/font" Target="fonts/Sora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82575" y="567200"/>
            <a:ext cx="7129275" cy="2836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:notes"/>
          <p:cNvSpPr/>
          <p:nvPr>
            <p:ph idx="2" type="sldImg"/>
          </p:nvPr>
        </p:nvSpPr>
        <p:spPr>
          <a:xfrm>
            <a:off x="1782575" y="567200"/>
            <a:ext cx="7129275" cy="2836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1782575" y="567200"/>
            <a:ext cx="7129275" cy="2836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/>
          <p:nvPr>
            <p:ph idx="2" type="sldImg"/>
          </p:nvPr>
        </p:nvSpPr>
        <p:spPr>
          <a:xfrm>
            <a:off x="1782575" y="567200"/>
            <a:ext cx="7129275" cy="2836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/>
          <p:nvPr>
            <p:ph idx="2" type="sldImg"/>
          </p:nvPr>
        </p:nvSpPr>
        <p:spPr>
          <a:xfrm>
            <a:off x="1782575" y="567200"/>
            <a:ext cx="7129275" cy="2836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782575" y="567200"/>
            <a:ext cx="7129275" cy="2836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782575" y="567200"/>
            <a:ext cx="7129275" cy="2836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782575" y="567200"/>
            <a:ext cx="7129275" cy="2836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782575" y="567200"/>
            <a:ext cx="7129275" cy="2836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1782575" y="567200"/>
            <a:ext cx="7129275" cy="2836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/>
          <p:nvPr>
            <p:ph idx="2" type="sldImg"/>
          </p:nvPr>
        </p:nvSpPr>
        <p:spPr>
          <a:xfrm>
            <a:off x="1782575" y="567200"/>
            <a:ext cx="7129275" cy="2836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1782575" y="567200"/>
            <a:ext cx="7129275" cy="2836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1782575" y="567200"/>
            <a:ext cx="7129275" cy="2836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5:notes"/>
          <p:cNvSpPr/>
          <p:nvPr>
            <p:ph idx="2" type="sldImg"/>
          </p:nvPr>
        </p:nvSpPr>
        <p:spPr>
          <a:xfrm>
            <a:off x="1782575" y="567200"/>
            <a:ext cx="7129275" cy="2836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4:notes"/>
          <p:cNvSpPr/>
          <p:nvPr>
            <p:ph idx="2" type="sldImg"/>
          </p:nvPr>
        </p:nvSpPr>
        <p:spPr>
          <a:xfrm>
            <a:off x="1782575" y="567200"/>
            <a:ext cx="7129275" cy="2836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:notes"/>
          <p:cNvSpPr/>
          <p:nvPr>
            <p:ph idx="2" type="sldImg"/>
          </p:nvPr>
        </p:nvSpPr>
        <p:spPr>
          <a:xfrm>
            <a:off x="1782575" y="567200"/>
            <a:ext cx="7129275" cy="2836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:notes"/>
          <p:cNvSpPr txBox="1"/>
          <p:nvPr>
            <p:ph idx="1" type="body"/>
          </p:nvPr>
        </p:nvSpPr>
        <p:spPr>
          <a:xfrm>
            <a:off x="1069325" y="3592350"/>
            <a:ext cx="8554700" cy="3403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9:notes"/>
          <p:cNvSpPr/>
          <p:nvPr>
            <p:ph idx="2" type="sldImg"/>
          </p:nvPr>
        </p:nvSpPr>
        <p:spPr>
          <a:xfrm>
            <a:off x="1782575" y="567200"/>
            <a:ext cx="7129275" cy="2836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0" type="dt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3"/>
          <p:cNvSpPr txBox="1"/>
          <p:nvPr>
            <p:ph idx="12" type="sldNum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4"/>
          <p:cNvSpPr/>
          <p:nvPr/>
        </p:nvSpPr>
        <p:spPr>
          <a:xfrm>
            <a:off x="1411541" y="802372"/>
            <a:ext cx="885825" cy="601980"/>
          </a:xfrm>
          <a:custGeom>
            <a:rect b="b" l="l" r="r" t="t"/>
            <a:pathLst>
              <a:path extrusionOk="0" h="601980" w="885825">
                <a:moveTo>
                  <a:pt x="421690" y="447852"/>
                </a:moveTo>
                <a:lnTo>
                  <a:pt x="350481" y="375958"/>
                </a:lnTo>
                <a:lnTo>
                  <a:pt x="350481" y="447852"/>
                </a:lnTo>
                <a:lnTo>
                  <a:pt x="282079" y="516940"/>
                </a:lnTo>
                <a:lnTo>
                  <a:pt x="244525" y="542112"/>
                </a:lnTo>
                <a:lnTo>
                  <a:pt x="201764" y="550494"/>
                </a:lnTo>
                <a:lnTo>
                  <a:pt x="159004" y="542112"/>
                </a:lnTo>
                <a:lnTo>
                  <a:pt x="121450" y="516940"/>
                </a:lnTo>
                <a:lnTo>
                  <a:pt x="71069" y="466077"/>
                </a:lnTo>
                <a:lnTo>
                  <a:pt x="65481" y="457555"/>
                </a:lnTo>
                <a:lnTo>
                  <a:pt x="63614" y="447852"/>
                </a:lnTo>
                <a:lnTo>
                  <a:pt x="65481" y="438162"/>
                </a:lnTo>
                <a:lnTo>
                  <a:pt x="71069" y="429628"/>
                </a:lnTo>
                <a:lnTo>
                  <a:pt x="121450" y="378764"/>
                </a:lnTo>
                <a:lnTo>
                  <a:pt x="159029" y="353580"/>
                </a:lnTo>
                <a:lnTo>
                  <a:pt x="201764" y="345186"/>
                </a:lnTo>
                <a:lnTo>
                  <a:pt x="244500" y="353580"/>
                </a:lnTo>
                <a:lnTo>
                  <a:pt x="282079" y="378764"/>
                </a:lnTo>
                <a:lnTo>
                  <a:pt x="350481" y="447852"/>
                </a:lnTo>
                <a:lnTo>
                  <a:pt x="350481" y="375958"/>
                </a:lnTo>
                <a:lnTo>
                  <a:pt x="320014" y="345186"/>
                </a:lnTo>
                <a:lnTo>
                  <a:pt x="317665" y="342811"/>
                </a:lnTo>
                <a:lnTo>
                  <a:pt x="305460" y="331647"/>
                </a:lnTo>
                <a:lnTo>
                  <a:pt x="263448" y="306438"/>
                </a:lnTo>
                <a:lnTo>
                  <a:pt x="217614" y="295084"/>
                </a:lnTo>
                <a:lnTo>
                  <a:pt x="201764" y="294322"/>
                </a:lnTo>
                <a:lnTo>
                  <a:pt x="185915" y="295084"/>
                </a:lnTo>
                <a:lnTo>
                  <a:pt x="140081" y="306438"/>
                </a:lnTo>
                <a:lnTo>
                  <a:pt x="98069" y="331647"/>
                </a:lnTo>
                <a:lnTo>
                  <a:pt x="12827" y="416560"/>
                </a:lnTo>
                <a:lnTo>
                  <a:pt x="0" y="447852"/>
                </a:lnTo>
                <a:lnTo>
                  <a:pt x="3200" y="464502"/>
                </a:lnTo>
                <a:lnTo>
                  <a:pt x="85864" y="552894"/>
                </a:lnTo>
                <a:lnTo>
                  <a:pt x="125222" y="582282"/>
                </a:lnTo>
                <a:lnTo>
                  <a:pt x="170319" y="598335"/>
                </a:lnTo>
                <a:lnTo>
                  <a:pt x="201764" y="601383"/>
                </a:lnTo>
                <a:lnTo>
                  <a:pt x="217614" y="600621"/>
                </a:lnTo>
                <a:lnTo>
                  <a:pt x="263448" y="589267"/>
                </a:lnTo>
                <a:lnTo>
                  <a:pt x="305460" y="564070"/>
                </a:lnTo>
                <a:lnTo>
                  <a:pt x="320040" y="550494"/>
                </a:lnTo>
                <a:lnTo>
                  <a:pt x="421690" y="447852"/>
                </a:lnTo>
                <a:close/>
              </a:path>
              <a:path extrusionOk="0" h="601980" w="885825">
                <a:moveTo>
                  <a:pt x="594702" y="204546"/>
                </a:moveTo>
                <a:lnTo>
                  <a:pt x="587933" y="157340"/>
                </a:lnTo>
                <a:lnTo>
                  <a:pt x="567461" y="113068"/>
                </a:lnTo>
                <a:lnTo>
                  <a:pt x="544309" y="85077"/>
                </a:lnTo>
                <a:lnTo>
                  <a:pt x="544309" y="204546"/>
                </a:lnTo>
                <a:lnTo>
                  <a:pt x="536003" y="247713"/>
                </a:lnTo>
                <a:lnTo>
                  <a:pt x="511098" y="285648"/>
                </a:lnTo>
                <a:lnTo>
                  <a:pt x="442696" y="354736"/>
                </a:lnTo>
                <a:lnTo>
                  <a:pt x="374294" y="285648"/>
                </a:lnTo>
                <a:lnTo>
                  <a:pt x="349389" y="247713"/>
                </a:lnTo>
                <a:lnTo>
                  <a:pt x="341083" y="204546"/>
                </a:lnTo>
                <a:lnTo>
                  <a:pt x="349389" y="161353"/>
                </a:lnTo>
                <a:lnTo>
                  <a:pt x="374294" y="123431"/>
                </a:lnTo>
                <a:lnTo>
                  <a:pt x="423633" y="73609"/>
                </a:lnTo>
                <a:lnTo>
                  <a:pt x="432549" y="67614"/>
                </a:lnTo>
                <a:lnTo>
                  <a:pt x="442696" y="65620"/>
                </a:lnTo>
                <a:lnTo>
                  <a:pt x="452843" y="67614"/>
                </a:lnTo>
                <a:lnTo>
                  <a:pt x="461759" y="73609"/>
                </a:lnTo>
                <a:lnTo>
                  <a:pt x="511098" y="123431"/>
                </a:lnTo>
                <a:lnTo>
                  <a:pt x="536003" y="161353"/>
                </a:lnTo>
                <a:lnTo>
                  <a:pt x="544309" y="204546"/>
                </a:lnTo>
                <a:lnTo>
                  <a:pt x="544309" y="85077"/>
                </a:lnTo>
                <a:lnTo>
                  <a:pt x="525068" y="65620"/>
                </a:lnTo>
                <a:lnTo>
                  <a:pt x="472389" y="12420"/>
                </a:lnTo>
                <a:lnTo>
                  <a:pt x="458495" y="3098"/>
                </a:lnTo>
                <a:lnTo>
                  <a:pt x="442696" y="0"/>
                </a:lnTo>
                <a:lnTo>
                  <a:pt x="426897" y="3098"/>
                </a:lnTo>
                <a:lnTo>
                  <a:pt x="338696" y="87477"/>
                </a:lnTo>
                <a:lnTo>
                  <a:pt x="309600" y="127241"/>
                </a:lnTo>
                <a:lnTo>
                  <a:pt x="293700" y="172783"/>
                </a:lnTo>
                <a:lnTo>
                  <a:pt x="290690" y="204546"/>
                </a:lnTo>
                <a:lnTo>
                  <a:pt x="291439" y="220548"/>
                </a:lnTo>
                <a:lnTo>
                  <a:pt x="302691" y="266827"/>
                </a:lnTo>
                <a:lnTo>
                  <a:pt x="327621" y="309270"/>
                </a:lnTo>
                <a:lnTo>
                  <a:pt x="442696" y="426631"/>
                </a:lnTo>
                <a:lnTo>
                  <a:pt x="513892" y="354736"/>
                </a:lnTo>
                <a:lnTo>
                  <a:pt x="546696" y="321614"/>
                </a:lnTo>
                <a:lnTo>
                  <a:pt x="575792" y="281825"/>
                </a:lnTo>
                <a:lnTo>
                  <a:pt x="591693" y="236308"/>
                </a:lnTo>
                <a:lnTo>
                  <a:pt x="593953" y="220548"/>
                </a:lnTo>
                <a:lnTo>
                  <a:pt x="594702" y="204546"/>
                </a:lnTo>
                <a:close/>
              </a:path>
              <a:path extrusionOk="0" h="601980" w="885825">
                <a:moveTo>
                  <a:pt x="885825" y="447865"/>
                </a:moveTo>
                <a:lnTo>
                  <a:pt x="882700" y="431622"/>
                </a:lnTo>
                <a:lnTo>
                  <a:pt x="873328" y="417347"/>
                </a:lnTo>
                <a:lnTo>
                  <a:pt x="816889" y="360362"/>
                </a:lnTo>
                <a:lnTo>
                  <a:pt x="816889" y="447865"/>
                </a:lnTo>
                <a:lnTo>
                  <a:pt x="814158" y="462026"/>
                </a:lnTo>
                <a:lnTo>
                  <a:pt x="763930" y="516940"/>
                </a:lnTo>
                <a:lnTo>
                  <a:pt x="727138" y="541820"/>
                </a:lnTo>
                <a:lnTo>
                  <a:pt x="683628" y="550481"/>
                </a:lnTo>
                <a:lnTo>
                  <a:pt x="661276" y="548284"/>
                </a:lnTo>
                <a:lnTo>
                  <a:pt x="640118" y="541820"/>
                </a:lnTo>
                <a:lnTo>
                  <a:pt x="620623" y="531304"/>
                </a:lnTo>
                <a:lnTo>
                  <a:pt x="603313" y="516940"/>
                </a:lnTo>
                <a:lnTo>
                  <a:pt x="534911" y="447865"/>
                </a:lnTo>
                <a:lnTo>
                  <a:pt x="603313" y="378777"/>
                </a:lnTo>
                <a:lnTo>
                  <a:pt x="620623" y="364413"/>
                </a:lnTo>
                <a:lnTo>
                  <a:pt x="640118" y="353898"/>
                </a:lnTo>
                <a:lnTo>
                  <a:pt x="661276" y="347433"/>
                </a:lnTo>
                <a:lnTo>
                  <a:pt x="683628" y="345236"/>
                </a:lnTo>
                <a:lnTo>
                  <a:pt x="705967" y="347433"/>
                </a:lnTo>
                <a:lnTo>
                  <a:pt x="746620" y="364413"/>
                </a:lnTo>
                <a:lnTo>
                  <a:pt x="805967" y="421220"/>
                </a:lnTo>
                <a:lnTo>
                  <a:pt x="816889" y="447865"/>
                </a:lnTo>
                <a:lnTo>
                  <a:pt x="816889" y="360362"/>
                </a:lnTo>
                <a:lnTo>
                  <a:pt x="801916" y="345236"/>
                </a:lnTo>
                <a:lnTo>
                  <a:pt x="799528" y="342823"/>
                </a:lnTo>
                <a:lnTo>
                  <a:pt x="787323" y="331647"/>
                </a:lnTo>
                <a:lnTo>
                  <a:pt x="745299" y="306451"/>
                </a:lnTo>
                <a:lnTo>
                  <a:pt x="699477" y="295097"/>
                </a:lnTo>
                <a:lnTo>
                  <a:pt x="683628" y="294335"/>
                </a:lnTo>
                <a:lnTo>
                  <a:pt x="667766" y="295097"/>
                </a:lnTo>
                <a:lnTo>
                  <a:pt x="621944" y="306451"/>
                </a:lnTo>
                <a:lnTo>
                  <a:pt x="579920" y="331647"/>
                </a:lnTo>
                <a:lnTo>
                  <a:pt x="463715" y="447865"/>
                </a:lnTo>
                <a:lnTo>
                  <a:pt x="567715" y="552907"/>
                </a:lnTo>
                <a:lnTo>
                  <a:pt x="607085" y="582282"/>
                </a:lnTo>
                <a:lnTo>
                  <a:pt x="652170" y="598347"/>
                </a:lnTo>
                <a:lnTo>
                  <a:pt x="683628" y="601395"/>
                </a:lnTo>
                <a:lnTo>
                  <a:pt x="699477" y="600633"/>
                </a:lnTo>
                <a:lnTo>
                  <a:pt x="745299" y="589267"/>
                </a:lnTo>
                <a:lnTo>
                  <a:pt x="787323" y="564070"/>
                </a:lnTo>
                <a:lnTo>
                  <a:pt x="801928" y="550481"/>
                </a:lnTo>
                <a:lnTo>
                  <a:pt x="873328" y="478345"/>
                </a:lnTo>
                <a:lnTo>
                  <a:pt x="882700" y="464083"/>
                </a:lnTo>
                <a:lnTo>
                  <a:pt x="885825" y="447865"/>
                </a:lnTo>
                <a:close/>
              </a:path>
            </a:pathLst>
          </a:custGeom>
          <a:solidFill>
            <a:srgbClr val="F6892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4"/>
          <p:cNvSpPr/>
          <p:nvPr/>
        </p:nvSpPr>
        <p:spPr>
          <a:xfrm>
            <a:off x="0" y="0"/>
            <a:ext cx="1099820" cy="7560309"/>
          </a:xfrm>
          <a:custGeom>
            <a:rect b="b" l="l" r="r" t="t"/>
            <a:pathLst>
              <a:path extrusionOk="0" h="7560309" w="1099820">
                <a:moveTo>
                  <a:pt x="1099529" y="0"/>
                </a:moveTo>
                <a:lnTo>
                  <a:pt x="1" y="0"/>
                </a:lnTo>
                <a:lnTo>
                  <a:pt x="1" y="7560005"/>
                </a:lnTo>
                <a:lnTo>
                  <a:pt x="47696" y="7558989"/>
                </a:lnTo>
                <a:lnTo>
                  <a:pt x="94872" y="7555969"/>
                </a:lnTo>
                <a:lnTo>
                  <a:pt x="141488" y="7550986"/>
                </a:lnTo>
                <a:lnTo>
                  <a:pt x="187502" y="7544081"/>
                </a:lnTo>
                <a:lnTo>
                  <a:pt x="232874" y="7535296"/>
                </a:lnTo>
                <a:lnTo>
                  <a:pt x="277561" y="7524671"/>
                </a:lnTo>
                <a:lnTo>
                  <a:pt x="321524" y="7512249"/>
                </a:lnTo>
                <a:lnTo>
                  <a:pt x="364720" y="7498070"/>
                </a:lnTo>
                <a:lnTo>
                  <a:pt x="407108" y="7482176"/>
                </a:lnTo>
                <a:lnTo>
                  <a:pt x="448647" y="7464607"/>
                </a:lnTo>
                <a:lnTo>
                  <a:pt x="489295" y="7445406"/>
                </a:lnTo>
                <a:lnTo>
                  <a:pt x="529012" y="7424612"/>
                </a:lnTo>
                <a:lnTo>
                  <a:pt x="567757" y="7402269"/>
                </a:lnTo>
                <a:lnTo>
                  <a:pt x="605487" y="7378416"/>
                </a:lnTo>
                <a:lnTo>
                  <a:pt x="642162" y="7353096"/>
                </a:lnTo>
                <a:lnTo>
                  <a:pt x="677740" y="7326348"/>
                </a:lnTo>
                <a:lnTo>
                  <a:pt x="712181" y="7298216"/>
                </a:lnTo>
                <a:lnTo>
                  <a:pt x="745443" y="7268739"/>
                </a:lnTo>
                <a:lnTo>
                  <a:pt x="777484" y="7237960"/>
                </a:lnTo>
                <a:lnTo>
                  <a:pt x="808263" y="7205919"/>
                </a:lnTo>
                <a:lnTo>
                  <a:pt x="837740" y="7172657"/>
                </a:lnTo>
                <a:lnTo>
                  <a:pt x="865872" y="7138217"/>
                </a:lnTo>
                <a:lnTo>
                  <a:pt x="892620" y="7102638"/>
                </a:lnTo>
                <a:lnTo>
                  <a:pt x="917940" y="7065963"/>
                </a:lnTo>
                <a:lnTo>
                  <a:pt x="941793" y="7028233"/>
                </a:lnTo>
                <a:lnTo>
                  <a:pt x="964136" y="6989488"/>
                </a:lnTo>
                <a:lnTo>
                  <a:pt x="984930" y="6949771"/>
                </a:lnTo>
                <a:lnTo>
                  <a:pt x="1004131" y="6909123"/>
                </a:lnTo>
                <a:lnTo>
                  <a:pt x="1021700" y="6867584"/>
                </a:lnTo>
                <a:lnTo>
                  <a:pt x="1037594" y="6825196"/>
                </a:lnTo>
                <a:lnTo>
                  <a:pt x="1051773" y="6782000"/>
                </a:lnTo>
                <a:lnTo>
                  <a:pt x="1064195" y="6738037"/>
                </a:lnTo>
                <a:lnTo>
                  <a:pt x="1074820" y="6693350"/>
                </a:lnTo>
                <a:lnTo>
                  <a:pt x="1083605" y="6647978"/>
                </a:lnTo>
                <a:lnTo>
                  <a:pt x="1090510" y="6601964"/>
                </a:lnTo>
                <a:lnTo>
                  <a:pt x="1095493" y="6555348"/>
                </a:lnTo>
                <a:lnTo>
                  <a:pt x="1098513" y="6508172"/>
                </a:lnTo>
                <a:lnTo>
                  <a:pt x="1099529" y="6460477"/>
                </a:lnTo>
                <a:lnTo>
                  <a:pt x="1099529" y="0"/>
                </a:lnTo>
                <a:close/>
              </a:path>
            </a:pathLst>
          </a:custGeom>
          <a:solidFill>
            <a:srgbClr val="F6892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" name="Google Shape;19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70539" y="7066939"/>
            <a:ext cx="1185166" cy="25023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4"/>
          <p:cNvSpPr txBox="1"/>
          <p:nvPr>
            <p:ph type="title"/>
          </p:nvPr>
        </p:nvSpPr>
        <p:spPr>
          <a:xfrm>
            <a:off x="1190806" y="377745"/>
            <a:ext cx="8311786" cy="1488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474548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" type="body"/>
          </p:nvPr>
        </p:nvSpPr>
        <p:spPr>
          <a:xfrm>
            <a:off x="2586173" y="2246419"/>
            <a:ext cx="6265545" cy="39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>
                <a:solidFill>
                  <a:srgbClr val="474548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1" type="ft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0" type="dt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/>
          <p:nvPr/>
        </p:nvSpPr>
        <p:spPr>
          <a:xfrm>
            <a:off x="1411541" y="801229"/>
            <a:ext cx="885825" cy="601980"/>
          </a:xfrm>
          <a:custGeom>
            <a:rect b="b" l="l" r="r" t="t"/>
            <a:pathLst>
              <a:path extrusionOk="0" h="601980" w="885825">
                <a:moveTo>
                  <a:pt x="421690" y="447852"/>
                </a:moveTo>
                <a:lnTo>
                  <a:pt x="350481" y="375958"/>
                </a:lnTo>
                <a:lnTo>
                  <a:pt x="350481" y="447852"/>
                </a:lnTo>
                <a:lnTo>
                  <a:pt x="282079" y="516940"/>
                </a:lnTo>
                <a:lnTo>
                  <a:pt x="244525" y="542112"/>
                </a:lnTo>
                <a:lnTo>
                  <a:pt x="201764" y="550506"/>
                </a:lnTo>
                <a:lnTo>
                  <a:pt x="159004" y="542112"/>
                </a:lnTo>
                <a:lnTo>
                  <a:pt x="121450" y="516940"/>
                </a:lnTo>
                <a:lnTo>
                  <a:pt x="71069" y="466077"/>
                </a:lnTo>
                <a:lnTo>
                  <a:pt x="65481" y="457555"/>
                </a:lnTo>
                <a:lnTo>
                  <a:pt x="63614" y="447852"/>
                </a:lnTo>
                <a:lnTo>
                  <a:pt x="65481" y="438162"/>
                </a:lnTo>
                <a:lnTo>
                  <a:pt x="71069" y="429628"/>
                </a:lnTo>
                <a:lnTo>
                  <a:pt x="121450" y="378764"/>
                </a:lnTo>
                <a:lnTo>
                  <a:pt x="159029" y="353580"/>
                </a:lnTo>
                <a:lnTo>
                  <a:pt x="201764" y="345186"/>
                </a:lnTo>
                <a:lnTo>
                  <a:pt x="244500" y="353580"/>
                </a:lnTo>
                <a:lnTo>
                  <a:pt x="282079" y="378764"/>
                </a:lnTo>
                <a:lnTo>
                  <a:pt x="350481" y="447852"/>
                </a:lnTo>
                <a:lnTo>
                  <a:pt x="350481" y="375958"/>
                </a:lnTo>
                <a:lnTo>
                  <a:pt x="320014" y="345186"/>
                </a:lnTo>
                <a:lnTo>
                  <a:pt x="317665" y="342811"/>
                </a:lnTo>
                <a:lnTo>
                  <a:pt x="305460" y="331647"/>
                </a:lnTo>
                <a:lnTo>
                  <a:pt x="263448" y="306438"/>
                </a:lnTo>
                <a:lnTo>
                  <a:pt x="217614" y="295084"/>
                </a:lnTo>
                <a:lnTo>
                  <a:pt x="201764" y="294322"/>
                </a:lnTo>
                <a:lnTo>
                  <a:pt x="185915" y="295084"/>
                </a:lnTo>
                <a:lnTo>
                  <a:pt x="140081" y="306438"/>
                </a:lnTo>
                <a:lnTo>
                  <a:pt x="98069" y="331647"/>
                </a:lnTo>
                <a:lnTo>
                  <a:pt x="12827" y="416560"/>
                </a:lnTo>
                <a:lnTo>
                  <a:pt x="0" y="447852"/>
                </a:lnTo>
                <a:lnTo>
                  <a:pt x="3200" y="464515"/>
                </a:lnTo>
                <a:lnTo>
                  <a:pt x="85864" y="552894"/>
                </a:lnTo>
                <a:lnTo>
                  <a:pt x="125222" y="582282"/>
                </a:lnTo>
                <a:lnTo>
                  <a:pt x="170319" y="598335"/>
                </a:lnTo>
                <a:lnTo>
                  <a:pt x="201764" y="601383"/>
                </a:lnTo>
                <a:lnTo>
                  <a:pt x="217614" y="600621"/>
                </a:lnTo>
                <a:lnTo>
                  <a:pt x="263448" y="589267"/>
                </a:lnTo>
                <a:lnTo>
                  <a:pt x="305460" y="564070"/>
                </a:lnTo>
                <a:lnTo>
                  <a:pt x="320040" y="550506"/>
                </a:lnTo>
                <a:lnTo>
                  <a:pt x="421690" y="447852"/>
                </a:lnTo>
                <a:close/>
              </a:path>
              <a:path extrusionOk="0" h="601980" w="885825">
                <a:moveTo>
                  <a:pt x="594702" y="204546"/>
                </a:moveTo>
                <a:lnTo>
                  <a:pt x="587933" y="157340"/>
                </a:lnTo>
                <a:lnTo>
                  <a:pt x="567461" y="113068"/>
                </a:lnTo>
                <a:lnTo>
                  <a:pt x="544309" y="85077"/>
                </a:lnTo>
                <a:lnTo>
                  <a:pt x="544309" y="204546"/>
                </a:lnTo>
                <a:lnTo>
                  <a:pt x="536003" y="247713"/>
                </a:lnTo>
                <a:lnTo>
                  <a:pt x="511098" y="285648"/>
                </a:lnTo>
                <a:lnTo>
                  <a:pt x="442696" y="354736"/>
                </a:lnTo>
                <a:lnTo>
                  <a:pt x="374294" y="285648"/>
                </a:lnTo>
                <a:lnTo>
                  <a:pt x="349389" y="247713"/>
                </a:lnTo>
                <a:lnTo>
                  <a:pt x="341083" y="204546"/>
                </a:lnTo>
                <a:lnTo>
                  <a:pt x="349389" y="161353"/>
                </a:lnTo>
                <a:lnTo>
                  <a:pt x="374294" y="123431"/>
                </a:lnTo>
                <a:lnTo>
                  <a:pt x="423633" y="73609"/>
                </a:lnTo>
                <a:lnTo>
                  <a:pt x="432549" y="67627"/>
                </a:lnTo>
                <a:lnTo>
                  <a:pt x="442696" y="65620"/>
                </a:lnTo>
                <a:lnTo>
                  <a:pt x="452843" y="67627"/>
                </a:lnTo>
                <a:lnTo>
                  <a:pt x="461759" y="73609"/>
                </a:lnTo>
                <a:lnTo>
                  <a:pt x="511098" y="123431"/>
                </a:lnTo>
                <a:lnTo>
                  <a:pt x="536003" y="161353"/>
                </a:lnTo>
                <a:lnTo>
                  <a:pt x="544309" y="204546"/>
                </a:lnTo>
                <a:lnTo>
                  <a:pt x="544309" y="85077"/>
                </a:lnTo>
                <a:lnTo>
                  <a:pt x="525068" y="65620"/>
                </a:lnTo>
                <a:lnTo>
                  <a:pt x="472389" y="12420"/>
                </a:lnTo>
                <a:lnTo>
                  <a:pt x="458495" y="3098"/>
                </a:lnTo>
                <a:lnTo>
                  <a:pt x="442696" y="0"/>
                </a:lnTo>
                <a:lnTo>
                  <a:pt x="426897" y="3098"/>
                </a:lnTo>
                <a:lnTo>
                  <a:pt x="338696" y="87477"/>
                </a:lnTo>
                <a:lnTo>
                  <a:pt x="309600" y="127241"/>
                </a:lnTo>
                <a:lnTo>
                  <a:pt x="293700" y="172783"/>
                </a:lnTo>
                <a:lnTo>
                  <a:pt x="290690" y="204546"/>
                </a:lnTo>
                <a:lnTo>
                  <a:pt x="291439" y="220548"/>
                </a:lnTo>
                <a:lnTo>
                  <a:pt x="302691" y="266827"/>
                </a:lnTo>
                <a:lnTo>
                  <a:pt x="327621" y="309270"/>
                </a:lnTo>
                <a:lnTo>
                  <a:pt x="442696" y="426631"/>
                </a:lnTo>
                <a:lnTo>
                  <a:pt x="513892" y="354736"/>
                </a:lnTo>
                <a:lnTo>
                  <a:pt x="546696" y="321614"/>
                </a:lnTo>
                <a:lnTo>
                  <a:pt x="575792" y="281825"/>
                </a:lnTo>
                <a:lnTo>
                  <a:pt x="591693" y="236308"/>
                </a:lnTo>
                <a:lnTo>
                  <a:pt x="593953" y="220548"/>
                </a:lnTo>
                <a:lnTo>
                  <a:pt x="594702" y="204546"/>
                </a:lnTo>
                <a:close/>
              </a:path>
              <a:path extrusionOk="0" h="601980" w="885825">
                <a:moveTo>
                  <a:pt x="885825" y="447865"/>
                </a:moveTo>
                <a:lnTo>
                  <a:pt x="882700" y="431622"/>
                </a:lnTo>
                <a:lnTo>
                  <a:pt x="873328" y="417347"/>
                </a:lnTo>
                <a:lnTo>
                  <a:pt x="816889" y="360362"/>
                </a:lnTo>
                <a:lnTo>
                  <a:pt x="816889" y="447865"/>
                </a:lnTo>
                <a:lnTo>
                  <a:pt x="814158" y="462026"/>
                </a:lnTo>
                <a:lnTo>
                  <a:pt x="763930" y="516940"/>
                </a:lnTo>
                <a:lnTo>
                  <a:pt x="727138" y="541820"/>
                </a:lnTo>
                <a:lnTo>
                  <a:pt x="683628" y="550481"/>
                </a:lnTo>
                <a:lnTo>
                  <a:pt x="661276" y="548284"/>
                </a:lnTo>
                <a:lnTo>
                  <a:pt x="640118" y="541820"/>
                </a:lnTo>
                <a:lnTo>
                  <a:pt x="620623" y="531304"/>
                </a:lnTo>
                <a:lnTo>
                  <a:pt x="603313" y="516940"/>
                </a:lnTo>
                <a:lnTo>
                  <a:pt x="534911" y="447865"/>
                </a:lnTo>
                <a:lnTo>
                  <a:pt x="603313" y="378777"/>
                </a:lnTo>
                <a:lnTo>
                  <a:pt x="620623" y="364413"/>
                </a:lnTo>
                <a:lnTo>
                  <a:pt x="640118" y="353898"/>
                </a:lnTo>
                <a:lnTo>
                  <a:pt x="661276" y="347433"/>
                </a:lnTo>
                <a:lnTo>
                  <a:pt x="683628" y="345236"/>
                </a:lnTo>
                <a:lnTo>
                  <a:pt x="705967" y="347433"/>
                </a:lnTo>
                <a:lnTo>
                  <a:pt x="746620" y="364413"/>
                </a:lnTo>
                <a:lnTo>
                  <a:pt x="805967" y="421220"/>
                </a:lnTo>
                <a:lnTo>
                  <a:pt x="816889" y="447865"/>
                </a:lnTo>
                <a:lnTo>
                  <a:pt x="816889" y="360362"/>
                </a:lnTo>
                <a:lnTo>
                  <a:pt x="801916" y="345236"/>
                </a:lnTo>
                <a:lnTo>
                  <a:pt x="799528" y="342823"/>
                </a:lnTo>
                <a:lnTo>
                  <a:pt x="787323" y="331647"/>
                </a:lnTo>
                <a:lnTo>
                  <a:pt x="745299" y="306451"/>
                </a:lnTo>
                <a:lnTo>
                  <a:pt x="699477" y="295097"/>
                </a:lnTo>
                <a:lnTo>
                  <a:pt x="683628" y="294335"/>
                </a:lnTo>
                <a:lnTo>
                  <a:pt x="667766" y="295097"/>
                </a:lnTo>
                <a:lnTo>
                  <a:pt x="621944" y="306451"/>
                </a:lnTo>
                <a:lnTo>
                  <a:pt x="579920" y="331647"/>
                </a:lnTo>
                <a:lnTo>
                  <a:pt x="463715" y="447865"/>
                </a:lnTo>
                <a:lnTo>
                  <a:pt x="567715" y="552907"/>
                </a:lnTo>
                <a:lnTo>
                  <a:pt x="607085" y="582282"/>
                </a:lnTo>
                <a:lnTo>
                  <a:pt x="652170" y="598347"/>
                </a:lnTo>
                <a:lnTo>
                  <a:pt x="683628" y="601395"/>
                </a:lnTo>
                <a:lnTo>
                  <a:pt x="699477" y="600633"/>
                </a:lnTo>
                <a:lnTo>
                  <a:pt x="745299" y="589267"/>
                </a:lnTo>
                <a:lnTo>
                  <a:pt x="787323" y="564070"/>
                </a:lnTo>
                <a:lnTo>
                  <a:pt x="801928" y="550481"/>
                </a:lnTo>
                <a:lnTo>
                  <a:pt x="873328" y="478345"/>
                </a:lnTo>
                <a:lnTo>
                  <a:pt x="882700" y="464083"/>
                </a:lnTo>
                <a:lnTo>
                  <a:pt x="885825" y="447865"/>
                </a:lnTo>
                <a:close/>
              </a:path>
            </a:pathLst>
          </a:custGeom>
          <a:solidFill>
            <a:srgbClr val="F6892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5"/>
          <p:cNvSpPr/>
          <p:nvPr/>
        </p:nvSpPr>
        <p:spPr>
          <a:xfrm>
            <a:off x="0" y="0"/>
            <a:ext cx="1099820" cy="7560309"/>
          </a:xfrm>
          <a:custGeom>
            <a:rect b="b" l="l" r="r" t="t"/>
            <a:pathLst>
              <a:path extrusionOk="0" h="7560309" w="1099820">
                <a:moveTo>
                  <a:pt x="1099529" y="0"/>
                </a:moveTo>
                <a:lnTo>
                  <a:pt x="1" y="0"/>
                </a:lnTo>
                <a:lnTo>
                  <a:pt x="1" y="7560005"/>
                </a:lnTo>
                <a:lnTo>
                  <a:pt x="47696" y="7558989"/>
                </a:lnTo>
                <a:lnTo>
                  <a:pt x="94872" y="7555969"/>
                </a:lnTo>
                <a:lnTo>
                  <a:pt x="141488" y="7550986"/>
                </a:lnTo>
                <a:lnTo>
                  <a:pt x="187502" y="7544081"/>
                </a:lnTo>
                <a:lnTo>
                  <a:pt x="232874" y="7535296"/>
                </a:lnTo>
                <a:lnTo>
                  <a:pt x="277561" y="7524671"/>
                </a:lnTo>
                <a:lnTo>
                  <a:pt x="321524" y="7512249"/>
                </a:lnTo>
                <a:lnTo>
                  <a:pt x="364720" y="7498070"/>
                </a:lnTo>
                <a:lnTo>
                  <a:pt x="407108" y="7482176"/>
                </a:lnTo>
                <a:lnTo>
                  <a:pt x="448647" y="7464607"/>
                </a:lnTo>
                <a:lnTo>
                  <a:pt x="489295" y="7445406"/>
                </a:lnTo>
                <a:lnTo>
                  <a:pt x="529012" y="7424612"/>
                </a:lnTo>
                <a:lnTo>
                  <a:pt x="567757" y="7402269"/>
                </a:lnTo>
                <a:lnTo>
                  <a:pt x="605487" y="7378416"/>
                </a:lnTo>
                <a:lnTo>
                  <a:pt x="642162" y="7353096"/>
                </a:lnTo>
                <a:lnTo>
                  <a:pt x="677740" y="7326348"/>
                </a:lnTo>
                <a:lnTo>
                  <a:pt x="712181" y="7298216"/>
                </a:lnTo>
                <a:lnTo>
                  <a:pt x="745443" y="7268739"/>
                </a:lnTo>
                <a:lnTo>
                  <a:pt x="777484" y="7237960"/>
                </a:lnTo>
                <a:lnTo>
                  <a:pt x="808263" y="7205919"/>
                </a:lnTo>
                <a:lnTo>
                  <a:pt x="837740" y="7172657"/>
                </a:lnTo>
                <a:lnTo>
                  <a:pt x="865872" y="7138217"/>
                </a:lnTo>
                <a:lnTo>
                  <a:pt x="892620" y="7102638"/>
                </a:lnTo>
                <a:lnTo>
                  <a:pt x="917940" y="7065963"/>
                </a:lnTo>
                <a:lnTo>
                  <a:pt x="941793" y="7028233"/>
                </a:lnTo>
                <a:lnTo>
                  <a:pt x="964136" y="6989488"/>
                </a:lnTo>
                <a:lnTo>
                  <a:pt x="984930" y="6949771"/>
                </a:lnTo>
                <a:lnTo>
                  <a:pt x="1004131" y="6909123"/>
                </a:lnTo>
                <a:lnTo>
                  <a:pt x="1021700" y="6867584"/>
                </a:lnTo>
                <a:lnTo>
                  <a:pt x="1037594" y="6825196"/>
                </a:lnTo>
                <a:lnTo>
                  <a:pt x="1051773" y="6782000"/>
                </a:lnTo>
                <a:lnTo>
                  <a:pt x="1064195" y="6738037"/>
                </a:lnTo>
                <a:lnTo>
                  <a:pt x="1074820" y="6693350"/>
                </a:lnTo>
                <a:lnTo>
                  <a:pt x="1083605" y="6647978"/>
                </a:lnTo>
                <a:lnTo>
                  <a:pt x="1090510" y="6601964"/>
                </a:lnTo>
                <a:lnTo>
                  <a:pt x="1095493" y="6555348"/>
                </a:lnTo>
                <a:lnTo>
                  <a:pt x="1098513" y="6508172"/>
                </a:lnTo>
                <a:lnTo>
                  <a:pt x="1099529" y="6460477"/>
                </a:lnTo>
                <a:lnTo>
                  <a:pt x="1099529" y="0"/>
                </a:lnTo>
                <a:close/>
              </a:path>
            </a:pathLst>
          </a:custGeom>
          <a:solidFill>
            <a:srgbClr val="F6892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" name="Google Shape;28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70539" y="7066939"/>
            <a:ext cx="1185166" cy="250234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5"/>
          <p:cNvSpPr txBox="1"/>
          <p:nvPr>
            <p:ph type="title"/>
          </p:nvPr>
        </p:nvSpPr>
        <p:spPr>
          <a:xfrm>
            <a:off x="1190806" y="377745"/>
            <a:ext cx="8311786" cy="1488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474548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1" type="ft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0" type="dt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/>
          <p:nvPr/>
        </p:nvSpPr>
        <p:spPr>
          <a:xfrm>
            <a:off x="1373441" y="802372"/>
            <a:ext cx="885825" cy="601980"/>
          </a:xfrm>
          <a:custGeom>
            <a:rect b="b" l="l" r="r" t="t"/>
            <a:pathLst>
              <a:path extrusionOk="0" h="601980" w="885825">
                <a:moveTo>
                  <a:pt x="421690" y="447852"/>
                </a:moveTo>
                <a:lnTo>
                  <a:pt x="350481" y="375958"/>
                </a:lnTo>
                <a:lnTo>
                  <a:pt x="350481" y="447852"/>
                </a:lnTo>
                <a:lnTo>
                  <a:pt x="282079" y="516940"/>
                </a:lnTo>
                <a:lnTo>
                  <a:pt x="244525" y="542112"/>
                </a:lnTo>
                <a:lnTo>
                  <a:pt x="201764" y="550494"/>
                </a:lnTo>
                <a:lnTo>
                  <a:pt x="159004" y="542112"/>
                </a:lnTo>
                <a:lnTo>
                  <a:pt x="121450" y="516940"/>
                </a:lnTo>
                <a:lnTo>
                  <a:pt x="71069" y="466077"/>
                </a:lnTo>
                <a:lnTo>
                  <a:pt x="65481" y="457555"/>
                </a:lnTo>
                <a:lnTo>
                  <a:pt x="63614" y="447852"/>
                </a:lnTo>
                <a:lnTo>
                  <a:pt x="65481" y="438162"/>
                </a:lnTo>
                <a:lnTo>
                  <a:pt x="71069" y="429628"/>
                </a:lnTo>
                <a:lnTo>
                  <a:pt x="121450" y="378764"/>
                </a:lnTo>
                <a:lnTo>
                  <a:pt x="159029" y="353580"/>
                </a:lnTo>
                <a:lnTo>
                  <a:pt x="201764" y="345186"/>
                </a:lnTo>
                <a:lnTo>
                  <a:pt x="244500" y="353580"/>
                </a:lnTo>
                <a:lnTo>
                  <a:pt x="282079" y="378764"/>
                </a:lnTo>
                <a:lnTo>
                  <a:pt x="350481" y="447852"/>
                </a:lnTo>
                <a:lnTo>
                  <a:pt x="350481" y="375958"/>
                </a:lnTo>
                <a:lnTo>
                  <a:pt x="320014" y="345186"/>
                </a:lnTo>
                <a:lnTo>
                  <a:pt x="317665" y="342811"/>
                </a:lnTo>
                <a:lnTo>
                  <a:pt x="305460" y="331647"/>
                </a:lnTo>
                <a:lnTo>
                  <a:pt x="263448" y="306438"/>
                </a:lnTo>
                <a:lnTo>
                  <a:pt x="217614" y="295084"/>
                </a:lnTo>
                <a:lnTo>
                  <a:pt x="201764" y="294322"/>
                </a:lnTo>
                <a:lnTo>
                  <a:pt x="185915" y="295084"/>
                </a:lnTo>
                <a:lnTo>
                  <a:pt x="140081" y="306438"/>
                </a:lnTo>
                <a:lnTo>
                  <a:pt x="98069" y="331647"/>
                </a:lnTo>
                <a:lnTo>
                  <a:pt x="12827" y="416560"/>
                </a:lnTo>
                <a:lnTo>
                  <a:pt x="0" y="447852"/>
                </a:lnTo>
                <a:lnTo>
                  <a:pt x="3200" y="464502"/>
                </a:lnTo>
                <a:lnTo>
                  <a:pt x="85864" y="552894"/>
                </a:lnTo>
                <a:lnTo>
                  <a:pt x="125222" y="582282"/>
                </a:lnTo>
                <a:lnTo>
                  <a:pt x="170319" y="598335"/>
                </a:lnTo>
                <a:lnTo>
                  <a:pt x="201764" y="601383"/>
                </a:lnTo>
                <a:lnTo>
                  <a:pt x="217614" y="600621"/>
                </a:lnTo>
                <a:lnTo>
                  <a:pt x="263448" y="589267"/>
                </a:lnTo>
                <a:lnTo>
                  <a:pt x="305460" y="564070"/>
                </a:lnTo>
                <a:lnTo>
                  <a:pt x="320040" y="550494"/>
                </a:lnTo>
                <a:lnTo>
                  <a:pt x="421690" y="447852"/>
                </a:lnTo>
                <a:close/>
              </a:path>
              <a:path extrusionOk="0" h="601980" w="885825">
                <a:moveTo>
                  <a:pt x="594702" y="204546"/>
                </a:moveTo>
                <a:lnTo>
                  <a:pt x="587933" y="157340"/>
                </a:lnTo>
                <a:lnTo>
                  <a:pt x="567461" y="113068"/>
                </a:lnTo>
                <a:lnTo>
                  <a:pt x="544309" y="85077"/>
                </a:lnTo>
                <a:lnTo>
                  <a:pt x="544309" y="204546"/>
                </a:lnTo>
                <a:lnTo>
                  <a:pt x="536003" y="247713"/>
                </a:lnTo>
                <a:lnTo>
                  <a:pt x="511098" y="285648"/>
                </a:lnTo>
                <a:lnTo>
                  <a:pt x="442696" y="354736"/>
                </a:lnTo>
                <a:lnTo>
                  <a:pt x="374294" y="285648"/>
                </a:lnTo>
                <a:lnTo>
                  <a:pt x="349389" y="247713"/>
                </a:lnTo>
                <a:lnTo>
                  <a:pt x="341083" y="204546"/>
                </a:lnTo>
                <a:lnTo>
                  <a:pt x="349389" y="161353"/>
                </a:lnTo>
                <a:lnTo>
                  <a:pt x="374294" y="123431"/>
                </a:lnTo>
                <a:lnTo>
                  <a:pt x="423633" y="73609"/>
                </a:lnTo>
                <a:lnTo>
                  <a:pt x="432549" y="67614"/>
                </a:lnTo>
                <a:lnTo>
                  <a:pt x="442696" y="65620"/>
                </a:lnTo>
                <a:lnTo>
                  <a:pt x="452843" y="67614"/>
                </a:lnTo>
                <a:lnTo>
                  <a:pt x="461759" y="73609"/>
                </a:lnTo>
                <a:lnTo>
                  <a:pt x="511098" y="123431"/>
                </a:lnTo>
                <a:lnTo>
                  <a:pt x="536003" y="161353"/>
                </a:lnTo>
                <a:lnTo>
                  <a:pt x="544309" y="204546"/>
                </a:lnTo>
                <a:lnTo>
                  <a:pt x="544309" y="85077"/>
                </a:lnTo>
                <a:lnTo>
                  <a:pt x="525068" y="65620"/>
                </a:lnTo>
                <a:lnTo>
                  <a:pt x="472389" y="12420"/>
                </a:lnTo>
                <a:lnTo>
                  <a:pt x="458495" y="3098"/>
                </a:lnTo>
                <a:lnTo>
                  <a:pt x="442696" y="0"/>
                </a:lnTo>
                <a:lnTo>
                  <a:pt x="426897" y="3098"/>
                </a:lnTo>
                <a:lnTo>
                  <a:pt x="338696" y="87477"/>
                </a:lnTo>
                <a:lnTo>
                  <a:pt x="309600" y="127241"/>
                </a:lnTo>
                <a:lnTo>
                  <a:pt x="293700" y="172783"/>
                </a:lnTo>
                <a:lnTo>
                  <a:pt x="290690" y="204546"/>
                </a:lnTo>
                <a:lnTo>
                  <a:pt x="291439" y="220548"/>
                </a:lnTo>
                <a:lnTo>
                  <a:pt x="302691" y="266827"/>
                </a:lnTo>
                <a:lnTo>
                  <a:pt x="327621" y="309270"/>
                </a:lnTo>
                <a:lnTo>
                  <a:pt x="442696" y="426631"/>
                </a:lnTo>
                <a:lnTo>
                  <a:pt x="513892" y="354736"/>
                </a:lnTo>
                <a:lnTo>
                  <a:pt x="546696" y="321614"/>
                </a:lnTo>
                <a:lnTo>
                  <a:pt x="575792" y="281825"/>
                </a:lnTo>
                <a:lnTo>
                  <a:pt x="591693" y="236308"/>
                </a:lnTo>
                <a:lnTo>
                  <a:pt x="593953" y="220548"/>
                </a:lnTo>
                <a:lnTo>
                  <a:pt x="594702" y="204546"/>
                </a:lnTo>
                <a:close/>
              </a:path>
              <a:path extrusionOk="0" h="601980" w="885825">
                <a:moveTo>
                  <a:pt x="885825" y="447865"/>
                </a:moveTo>
                <a:lnTo>
                  <a:pt x="882700" y="431622"/>
                </a:lnTo>
                <a:lnTo>
                  <a:pt x="873328" y="417347"/>
                </a:lnTo>
                <a:lnTo>
                  <a:pt x="816889" y="360362"/>
                </a:lnTo>
                <a:lnTo>
                  <a:pt x="816889" y="447865"/>
                </a:lnTo>
                <a:lnTo>
                  <a:pt x="814158" y="462026"/>
                </a:lnTo>
                <a:lnTo>
                  <a:pt x="763930" y="516940"/>
                </a:lnTo>
                <a:lnTo>
                  <a:pt x="727138" y="541820"/>
                </a:lnTo>
                <a:lnTo>
                  <a:pt x="683628" y="550481"/>
                </a:lnTo>
                <a:lnTo>
                  <a:pt x="661276" y="548284"/>
                </a:lnTo>
                <a:lnTo>
                  <a:pt x="640118" y="541820"/>
                </a:lnTo>
                <a:lnTo>
                  <a:pt x="620623" y="531304"/>
                </a:lnTo>
                <a:lnTo>
                  <a:pt x="603313" y="516940"/>
                </a:lnTo>
                <a:lnTo>
                  <a:pt x="534911" y="447865"/>
                </a:lnTo>
                <a:lnTo>
                  <a:pt x="603313" y="378777"/>
                </a:lnTo>
                <a:lnTo>
                  <a:pt x="620623" y="364413"/>
                </a:lnTo>
                <a:lnTo>
                  <a:pt x="640118" y="353898"/>
                </a:lnTo>
                <a:lnTo>
                  <a:pt x="661276" y="347433"/>
                </a:lnTo>
                <a:lnTo>
                  <a:pt x="683628" y="345236"/>
                </a:lnTo>
                <a:lnTo>
                  <a:pt x="705967" y="347433"/>
                </a:lnTo>
                <a:lnTo>
                  <a:pt x="746620" y="364413"/>
                </a:lnTo>
                <a:lnTo>
                  <a:pt x="805967" y="421220"/>
                </a:lnTo>
                <a:lnTo>
                  <a:pt x="816889" y="447865"/>
                </a:lnTo>
                <a:lnTo>
                  <a:pt x="816889" y="360362"/>
                </a:lnTo>
                <a:lnTo>
                  <a:pt x="801916" y="345236"/>
                </a:lnTo>
                <a:lnTo>
                  <a:pt x="799528" y="342823"/>
                </a:lnTo>
                <a:lnTo>
                  <a:pt x="787323" y="331647"/>
                </a:lnTo>
                <a:lnTo>
                  <a:pt x="745299" y="306451"/>
                </a:lnTo>
                <a:lnTo>
                  <a:pt x="699477" y="295097"/>
                </a:lnTo>
                <a:lnTo>
                  <a:pt x="683628" y="294335"/>
                </a:lnTo>
                <a:lnTo>
                  <a:pt x="667766" y="295097"/>
                </a:lnTo>
                <a:lnTo>
                  <a:pt x="621944" y="306451"/>
                </a:lnTo>
                <a:lnTo>
                  <a:pt x="579920" y="331647"/>
                </a:lnTo>
                <a:lnTo>
                  <a:pt x="463715" y="447865"/>
                </a:lnTo>
                <a:lnTo>
                  <a:pt x="567715" y="552907"/>
                </a:lnTo>
                <a:lnTo>
                  <a:pt x="607085" y="582282"/>
                </a:lnTo>
                <a:lnTo>
                  <a:pt x="652170" y="598347"/>
                </a:lnTo>
                <a:lnTo>
                  <a:pt x="683628" y="601395"/>
                </a:lnTo>
                <a:lnTo>
                  <a:pt x="699477" y="600633"/>
                </a:lnTo>
                <a:lnTo>
                  <a:pt x="745299" y="589267"/>
                </a:lnTo>
                <a:lnTo>
                  <a:pt x="787323" y="564070"/>
                </a:lnTo>
                <a:lnTo>
                  <a:pt x="801928" y="550481"/>
                </a:lnTo>
                <a:lnTo>
                  <a:pt x="873328" y="478345"/>
                </a:lnTo>
                <a:lnTo>
                  <a:pt x="882700" y="464083"/>
                </a:lnTo>
                <a:lnTo>
                  <a:pt x="885825" y="447865"/>
                </a:lnTo>
                <a:close/>
              </a:path>
            </a:pathLst>
          </a:custGeom>
          <a:solidFill>
            <a:srgbClr val="F6892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6"/>
          <p:cNvSpPr/>
          <p:nvPr/>
        </p:nvSpPr>
        <p:spPr>
          <a:xfrm>
            <a:off x="0" y="0"/>
            <a:ext cx="1099820" cy="7560309"/>
          </a:xfrm>
          <a:custGeom>
            <a:rect b="b" l="l" r="r" t="t"/>
            <a:pathLst>
              <a:path extrusionOk="0" h="7560309" w="1099820">
                <a:moveTo>
                  <a:pt x="1099529" y="0"/>
                </a:moveTo>
                <a:lnTo>
                  <a:pt x="1" y="0"/>
                </a:lnTo>
                <a:lnTo>
                  <a:pt x="1" y="7560005"/>
                </a:lnTo>
                <a:lnTo>
                  <a:pt x="47696" y="7558989"/>
                </a:lnTo>
                <a:lnTo>
                  <a:pt x="94872" y="7555969"/>
                </a:lnTo>
                <a:lnTo>
                  <a:pt x="141488" y="7550986"/>
                </a:lnTo>
                <a:lnTo>
                  <a:pt x="187502" y="7544081"/>
                </a:lnTo>
                <a:lnTo>
                  <a:pt x="232874" y="7535296"/>
                </a:lnTo>
                <a:lnTo>
                  <a:pt x="277561" y="7524671"/>
                </a:lnTo>
                <a:lnTo>
                  <a:pt x="321524" y="7512249"/>
                </a:lnTo>
                <a:lnTo>
                  <a:pt x="364720" y="7498070"/>
                </a:lnTo>
                <a:lnTo>
                  <a:pt x="407108" y="7482176"/>
                </a:lnTo>
                <a:lnTo>
                  <a:pt x="448647" y="7464607"/>
                </a:lnTo>
                <a:lnTo>
                  <a:pt x="489295" y="7445406"/>
                </a:lnTo>
                <a:lnTo>
                  <a:pt x="529012" y="7424612"/>
                </a:lnTo>
                <a:lnTo>
                  <a:pt x="567757" y="7402269"/>
                </a:lnTo>
                <a:lnTo>
                  <a:pt x="605487" y="7378416"/>
                </a:lnTo>
                <a:lnTo>
                  <a:pt x="642162" y="7353096"/>
                </a:lnTo>
                <a:lnTo>
                  <a:pt x="677740" y="7326348"/>
                </a:lnTo>
                <a:lnTo>
                  <a:pt x="712181" y="7298216"/>
                </a:lnTo>
                <a:lnTo>
                  <a:pt x="745443" y="7268739"/>
                </a:lnTo>
                <a:lnTo>
                  <a:pt x="777484" y="7237960"/>
                </a:lnTo>
                <a:lnTo>
                  <a:pt x="808263" y="7205919"/>
                </a:lnTo>
                <a:lnTo>
                  <a:pt x="837740" y="7172657"/>
                </a:lnTo>
                <a:lnTo>
                  <a:pt x="865872" y="7138217"/>
                </a:lnTo>
                <a:lnTo>
                  <a:pt x="892620" y="7102638"/>
                </a:lnTo>
                <a:lnTo>
                  <a:pt x="917940" y="7065963"/>
                </a:lnTo>
                <a:lnTo>
                  <a:pt x="941793" y="7028233"/>
                </a:lnTo>
                <a:lnTo>
                  <a:pt x="964136" y="6989488"/>
                </a:lnTo>
                <a:lnTo>
                  <a:pt x="984930" y="6949771"/>
                </a:lnTo>
                <a:lnTo>
                  <a:pt x="1004131" y="6909123"/>
                </a:lnTo>
                <a:lnTo>
                  <a:pt x="1021700" y="6867584"/>
                </a:lnTo>
                <a:lnTo>
                  <a:pt x="1037594" y="6825196"/>
                </a:lnTo>
                <a:lnTo>
                  <a:pt x="1051773" y="6782000"/>
                </a:lnTo>
                <a:lnTo>
                  <a:pt x="1064195" y="6738037"/>
                </a:lnTo>
                <a:lnTo>
                  <a:pt x="1074820" y="6693350"/>
                </a:lnTo>
                <a:lnTo>
                  <a:pt x="1083605" y="6647978"/>
                </a:lnTo>
                <a:lnTo>
                  <a:pt x="1090510" y="6601964"/>
                </a:lnTo>
                <a:lnTo>
                  <a:pt x="1095493" y="6555348"/>
                </a:lnTo>
                <a:lnTo>
                  <a:pt x="1098513" y="6508172"/>
                </a:lnTo>
                <a:lnTo>
                  <a:pt x="1099529" y="6460477"/>
                </a:lnTo>
                <a:lnTo>
                  <a:pt x="1099529" y="0"/>
                </a:lnTo>
                <a:close/>
              </a:path>
            </a:pathLst>
          </a:custGeom>
          <a:solidFill>
            <a:srgbClr val="F6892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" name="Google Shape;36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70539" y="7066939"/>
            <a:ext cx="1185166" cy="250234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6"/>
          <p:cNvSpPr txBox="1"/>
          <p:nvPr>
            <p:ph type="ctrTitle"/>
          </p:nvPr>
        </p:nvSpPr>
        <p:spPr>
          <a:xfrm>
            <a:off x="2459186" y="583489"/>
            <a:ext cx="6580505" cy="112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474548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" type="subTitle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>
                <a:solidFill>
                  <a:srgbClr val="474548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1" type="ft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0" type="dt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12" type="sldNum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7"/>
          <p:cNvSpPr txBox="1"/>
          <p:nvPr>
            <p:ph type="title"/>
          </p:nvPr>
        </p:nvSpPr>
        <p:spPr>
          <a:xfrm>
            <a:off x="1190806" y="377745"/>
            <a:ext cx="8311786" cy="1488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474548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" type="body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7"/>
          <p:cNvSpPr txBox="1"/>
          <p:nvPr>
            <p:ph idx="2" type="body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11" type="ft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0" type="dt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/>
          <p:nvPr/>
        </p:nvSpPr>
        <p:spPr>
          <a:xfrm>
            <a:off x="1411541" y="802372"/>
            <a:ext cx="885825" cy="601980"/>
          </a:xfrm>
          <a:custGeom>
            <a:rect b="b" l="l" r="r" t="t"/>
            <a:pathLst>
              <a:path extrusionOk="0" h="601980" w="885825">
                <a:moveTo>
                  <a:pt x="421690" y="447852"/>
                </a:moveTo>
                <a:lnTo>
                  <a:pt x="350481" y="375958"/>
                </a:lnTo>
                <a:lnTo>
                  <a:pt x="350481" y="447852"/>
                </a:lnTo>
                <a:lnTo>
                  <a:pt x="282079" y="516940"/>
                </a:lnTo>
                <a:lnTo>
                  <a:pt x="244525" y="542112"/>
                </a:lnTo>
                <a:lnTo>
                  <a:pt x="201764" y="550494"/>
                </a:lnTo>
                <a:lnTo>
                  <a:pt x="159004" y="542112"/>
                </a:lnTo>
                <a:lnTo>
                  <a:pt x="121450" y="516940"/>
                </a:lnTo>
                <a:lnTo>
                  <a:pt x="71069" y="466077"/>
                </a:lnTo>
                <a:lnTo>
                  <a:pt x="65481" y="457555"/>
                </a:lnTo>
                <a:lnTo>
                  <a:pt x="63614" y="447852"/>
                </a:lnTo>
                <a:lnTo>
                  <a:pt x="65481" y="438162"/>
                </a:lnTo>
                <a:lnTo>
                  <a:pt x="71069" y="429628"/>
                </a:lnTo>
                <a:lnTo>
                  <a:pt x="121450" y="378764"/>
                </a:lnTo>
                <a:lnTo>
                  <a:pt x="159029" y="353580"/>
                </a:lnTo>
                <a:lnTo>
                  <a:pt x="201764" y="345186"/>
                </a:lnTo>
                <a:lnTo>
                  <a:pt x="244500" y="353580"/>
                </a:lnTo>
                <a:lnTo>
                  <a:pt x="282079" y="378764"/>
                </a:lnTo>
                <a:lnTo>
                  <a:pt x="350481" y="447852"/>
                </a:lnTo>
                <a:lnTo>
                  <a:pt x="350481" y="375958"/>
                </a:lnTo>
                <a:lnTo>
                  <a:pt x="320014" y="345186"/>
                </a:lnTo>
                <a:lnTo>
                  <a:pt x="317665" y="342811"/>
                </a:lnTo>
                <a:lnTo>
                  <a:pt x="305460" y="331647"/>
                </a:lnTo>
                <a:lnTo>
                  <a:pt x="263448" y="306438"/>
                </a:lnTo>
                <a:lnTo>
                  <a:pt x="217614" y="295084"/>
                </a:lnTo>
                <a:lnTo>
                  <a:pt x="201764" y="294322"/>
                </a:lnTo>
                <a:lnTo>
                  <a:pt x="185915" y="295084"/>
                </a:lnTo>
                <a:lnTo>
                  <a:pt x="140081" y="306438"/>
                </a:lnTo>
                <a:lnTo>
                  <a:pt x="98069" y="331647"/>
                </a:lnTo>
                <a:lnTo>
                  <a:pt x="12827" y="416560"/>
                </a:lnTo>
                <a:lnTo>
                  <a:pt x="0" y="447852"/>
                </a:lnTo>
                <a:lnTo>
                  <a:pt x="3200" y="464502"/>
                </a:lnTo>
                <a:lnTo>
                  <a:pt x="85864" y="552894"/>
                </a:lnTo>
                <a:lnTo>
                  <a:pt x="125222" y="582282"/>
                </a:lnTo>
                <a:lnTo>
                  <a:pt x="170319" y="598335"/>
                </a:lnTo>
                <a:lnTo>
                  <a:pt x="201764" y="601383"/>
                </a:lnTo>
                <a:lnTo>
                  <a:pt x="217614" y="600621"/>
                </a:lnTo>
                <a:lnTo>
                  <a:pt x="263448" y="589267"/>
                </a:lnTo>
                <a:lnTo>
                  <a:pt x="305460" y="564070"/>
                </a:lnTo>
                <a:lnTo>
                  <a:pt x="320040" y="550494"/>
                </a:lnTo>
                <a:lnTo>
                  <a:pt x="421690" y="447852"/>
                </a:lnTo>
                <a:close/>
              </a:path>
              <a:path extrusionOk="0" h="601980" w="885825">
                <a:moveTo>
                  <a:pt x="594702" y="204546"/>
                </a:moveTo>
                <a:lnTo>
                  <a:pt x="587933" y="157340"/>
                </a:lnTo>
                <a:lnTo>
                  <a:pt x="567461" y="113068"/>
                </a:lnTo>
                <a:lnTo>
                  <a:pt x="544309" y="85077"/>
                </a:lnTo>
                <a:lnTo>
                  <a:pt x="544309" y="204546"/>
                </a:lnTo>
                <a:lnTo>
                  <a:pt x="536003" y="247713"/>
                </a:lnTo>
                <a:lnTo>
                  <a:pt x="511098" y="285648"/>
                </a:lnTo>
                <a:lnTo>
                  <a:pt x="442696" y="354736"/>
                </a:lnTo>
                <a:lnTo>
                  <a:pt x="374294" y="285648"/>
                </a:lnTo>
                <a:lnTo>
                  <a:pt x="349389" y="247713"/>
                </a:lnTo>
                <a:lnTo>
                  <a:pt x="341083" y="204546"/>
                </a:lnTo>
                <a:lnTo>
                  <a:pt x="349389" y="161353"/>
                </a:lnTo>
                <a:lnTo>
                  <a:pt x="374294" y="123431"/>
                </a:lnTo>
                <a:lnTo>
                  <a:pt x="423633" y="73609"/>
                </a:lnTo>
                <a:lnTo>
                  <a:pt x="432549" y="67614"/>
                </a:lnTo>
                <a:lnTo>
                  <a:pt x="442696" y="65620"/>
                </a:lnTo>
                <a:lnTo>
                  <a:pt x="452843" y="67614"/>
                </a:lnTo>
                <a:lnTo>
                  <a:pt x="461759" y="73609"/>
                </a:lnTo>
                <a:lnTo>
                  <a:pt x="511098" y="123431"/>
                </a:lnTo>
                <a:lnTo>
                  <a:pt x="536003" y="161353"/>
                </a:lnTo>
                <a:lnTo>
                  <a:pt x="544309" y="204546"/>
                </a:lnTo>
                <a:lnTo>
                  <a:pt x="544309" y="85077"/>
                </a:lnTo>
                <a:lnTo>
                  <a:pt x="525068" y="65620"/>
                </a:lnTo>
                <a:lnTo>
                  <a:pt x="472389" y="12420"/>
                </a:lnTo>
                <a:lnTo>
                  <a:pt x="458495" y="3098"/>
                </a:lnTo>
                <a:lnTo>
                  <a:pt x="442696" y="0"/>
                </a:lnTo>
                <a:lnTo>
                  <a:pt x="426897" y="3098"/>
                </a:lnTo>
                <a:lnTo>
                  <a:pt x="338696" y="87477"/>
                </a:lnTo>
                <a:lnTo>
                  <a:pt x="309600" y="127241"/>
                </a:lnTo>
                <a:lnTo>
                  <a:pt x="293700" y="172783"/>
                </a:lnTo>
                <a:lnTo>
                  <a:pt x="290690" y="204546"/>
                </a:lnTo>
                <a:lnTo>
                  <a:pt x="291439" y="220548"/>
                </a:lnTo>
                <a:lnTo>
                  <a:pt x="302691" y="266827"/>
                </a:lnTo>
                <a:lnTo>
                  <a:pt x="327621" y="309270"/>
                </a:lnTo>
                <a:lnTo>
                  <a:pt x="442696" y="426631"/>
                </a:lnTo>
                <a:lnTo>
                  <a:pt x="513892" y="354736"/>
                </a:lnTo>
                <a:lnTo>
                  <a:pt x="546696" y="321614"/>
                </a:lnTo>
                <a:lnTo>
                  <a:pt x="575792" y="281825"/>
                </a:lnTo>
                <a:lnTo>
                  <a:pt x="591693" y="236308"/>
                </a:lnTo>
                <a:lnTo>
                  <a:pt x="593953" y="220548"/>
                </a:lnTo>
                <a:lnTo>
                  <a:pt x="594702" y="204546"/>
                </a:lnTo>
                <a:close/>
              </a:path>
              <a:path extrusionOk="0" h="601980" w="885825">
                <a:moveTo>
                  <a:pt x="885825" y="447865"/>
                </a:moveTo>
                <a:lnTo>
                  <a:pt x="882700" y="431622"/>
                </a:lnTo>
                <a:lnTo>
                  <a:pt x="873328" y="417347"/>
                </a:lnTo>
                <a:lnTo>
                  <a:pt x="816889" y="360362"/>
                </a:lnTo>
                <a:lnTo>
                  <a:pt x="816889" y="447865"/>
                </a:lnTo>
                <a:lnTo>
                  <a:pt x="814158" y="462026"/>
                </a:lnTo>
                <a:lnTo>
                  <a:pt x="763930" y="516940"/>
                </a:lnTo>
                <a:lnTo>
                  <a:pt x="727138" y="541820"/>
                </a:lnTo>
                <a:lnTo>
                  <a:pt x="683628" y="550481"/>
                </a:lnTo>
                <a:lnTo>
                  <a:pt x="661276" y="548284"/>
                </a:lnTo>
                <a:lnTo>
                  <a:pt x="640118" y="541820"/>
                </a:lnTo>
                <a:lnTo>
                  <a:pt x="620623" y="531304"/>
                </a:lnTo>
                <a:lnTo>
                  <a:pt x="603313" y="516940"/>
                </a:lnTo>
                <a:lnTo>
                  <a:pt x="534911" y="447865"/>
                </a:lnTo>
                <a:lnTo>
                  <a:pt x="603313" y="378777"/>
                </a:lnTo>
                <a:lnTo>
                  <a:pt x="620623" y="364413"/>
                </a:lnTo>
                <a:lnTo>
                  <a:pt x="640118" y="353898"/>
                </a:lnTo>
                <a:lnTo>
                  <a:pt x="661276" y="347433"/>
                </a:lnTo>
                <a:lnTo>
                  <a:pt x="683628" y="345236"/>
                </a:lnTo>
                <a:lnTo>
                  <a:pt x="705967" y="347433"/>
                </a:lnTo>
                <a:lnTo>
                  <a:pt x="746620" y="364413"/>
                </a:lnTo>
                <a:lnTo>
                  <a:pt x="805967" y="421220"/>
                </a:lnTo>
                <a:lnTo>
                  <a:pt x="816889" y="447865"/>
                </a:lnTo>
                <a:lnTo>
                  <a:pt x="816889" y="360362"/>
                </a:lnTo>
                <a:lnTo>
                  <a:pt x="801916" y="345236"/>
                </a:lnTo>
                <a:lnTo>
                  <a:pt x="799528" y="342823"/>
                </a:lnTo>
                <a:lnTo>
                  <a:pt x="787323" y="331647"/>
                </a:lnTo>
                <a:lnTo>
                  <a:pt x="745299" y="306451"/>
                </a:lnTo>
                <a:lnTo>
                  <a:pt x="699477" y="295097"/>
                </a:lnTo>
                <a:lnTo>
                  <a:pt x="683628" y="294335"/>
                </a:lnTo>
                <a:lnTo>
                  <a:pt x="667766" y="295097"/>
                </a:lnTo>
                <a:lnTo>
                  <a:pt x="621944" y="306451"/>
                </a:lnTo>
                <a:lnTo>
                  <a:pt x="579920" y="331647"/>
                </a:lnTo>
                <a:lnTo>
                  <a:pt x="463715" y="447865"/>
                </a:lnTo>
                <a:lnTo>
                  <a:pt x="567715" y="552907"/>
                </a:lnTo>
                <a:lnTo>
                  <a:pt x="607085" y="582282"/>
                </a:lnTo>
                <a:lnTo>
                  <a:pt x="652170" y="598347"/>
                </a:lnTo>
                <a:lnTo>
                  <a:pt x="683628" y="601395"/>
                </a:lnTo>
                <a:lnTo>
                  <a:pt x="699477" y="600633"/>
                </a:lnTo>
                <a:lnTo>
                  <a:pt x="745299" y="589267"/>
                </a:lnTo>
                <a:lnTo>
                  <a:pt x="787323" y="564070"/>
                </a:lnTo>
                <a:lnTo>
                  <a:pt x="801928" y="550481"/>
                </a:lnTo>
                <a:lnTo>
                  <a:pt x="873328" y="478345"/>
                </a:lnTo>
                <a:lnTo>
                  <a:pt x="882700" y="464083"/>
                </a:lnTo>
                <a:lnTo>
                  <a:pt x="885825" y="447865"/>
                </a:lnTo>
                <a:close/>
              </a:path>
            </a:pathLst>
          </a:custGeom>
          <a:solidFill>
            <a:srgbClr val="F6892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22"/>
          <p:cNvSpPr txBox="1"/>
          <p:nvPr>
            <p:ph type="title"/>
          </p:nvPr>
        </p:nvSpPr>
        <p:spPr>
          <a:xfrm>
            <a:off x="1190806" y="377745"/>
            <a:ext cx="8311786" cy="1488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474548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22"/>
          <p:cNvSpPr txBox="1"/>
          <p:nvPr>
            <p:ph idx="1" type="body"/>
          </p:nvPr>
        </p:nvSpPr>
        <p:spPr>
          <a:xfrm>
            <a:off x="2586173" y="2246419"/>
            <a:ext cx="6265545" cy="39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474548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22"/>
          <p:cNvSpPr txBox="1"/>
          <p:nvPr>
            <p:ph idx="10" type="dt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2"/>
          <p:cNvSpPr txBox="1"/>
          <p:nvPr>
            <p:ph idx="12" type="sldNum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"/>
          <p:cNvSpPr/>
          <p:nvPr/>
        </p:nvSpPr>
        <p:spPr>
          <a:xfrm>
            <a:off x="3995680" y="2767407"/>
            <a:ext cx="1353185" cy="986789"/>
          </a:xfrm>
          <a:custGeom>
            <a:rect b="b" l="l" r="r" t="t"/>
            <a:pathLst>
              <a:path extrusionOk="0" h="986789" w="1353185">
                <a:moveTo>
                  <a:pt x="646337" y="0"/>
                </a:moveTo>
                <a:lnTo>
                  <a:pt x="595440" y="2455"/>
                </a:lnTo>
                <a:lnTo>
                  <a:pt x="545339" y="9791"/>
                </a:lnTo>
                <a:lnTo>
                  <a:pt x="496216" y="21967"/>
                </a:lnTo>
                <a:lnTo>
                  <a:pt x="448255" y="38938"/>
                </a:lnTo>
                <a:lnTo>
                  <a:pt x="400527" y="61372"/>
                </a:lnTo>
                <a:lnTo>
                  <a:pt x="355491" y="88390"/>
                </a:lnTo>
                <a:lnTo>
                  <a:pt x="313299" y="119882"/>
                </a:lnTo>
                <a:lnTo>
                  <a:pt x="274100" y="155740"/>
                </a:lnTo>
                <a:lnTo>
                  <a:pt x="39556" y="392607"/>
                </a:lnTo>
                <a:lnTo>
                  <a:pt x="13185" y="429488"/>
                </a:lnTo>
                <a:lnTo>
                  <a:pt x="0" y="471337"/>
                </a:lnTo>
                <a:lnTo>
                  <a:pt x="0" y="514842"/>
                </a:lnTo>
                <a:lnTo>
                  <a:pt x="13185" y="556692"/>
                </a:lnTo>
                <a:lnTo>
                  <a:pt x="39556" y="593572"/>
                </a:lnTo>
                <a:lnTo>
                  <a:pt x="274100" y="830440"/>
                </a:lnTo>
                <a:lnTo>
                  <a:pt x="313299" y="866330"/>
                </a:lnTo>
                <a:lnTo>
                  <a:pt x="355491" y="897818"/>
                </a:lnTo>
                <a:lnTo>
                  <a:pt x="400527" y="924818"/>
                </a:lnTo>
                <a:lnTo>
                  <a:pt x="448255" y="947242"/>
                </a:lnTo>
                <a:lnTo>
                  <a:pt x="496216" y="964213"/>
                </a:lnTo>
                <a:lnTo>
                  <a:pt x="545339" y="976388"/>
                </a:lnTo>
                <a:lnTo>
                  <a:pt x="595440" y="983725"/>
                </a:lnTo>
                <a:lnTo>
                  <a:pt x="646337" y="986180"/>
                </a:lnTo>
                <a:lnTo>
                  <a:pt x="697235" y="983725"/>
                </a:lnTo>
                <a:lnTo>
                  <a:pt x="747337" y="976388"/>
                </a:lnTo>
                <a:lnTo>
                  <a:pt x="796463" y="964213"/>
                </a:lnTo>
                <a:lnTo>
                  <a:pt x="844432" y="947242"/>
                </a:lnTo>
                <a:lnTo>
                  <a:pt x="892155" y="924818"/>
                </a:lnTo>
                <a:lnTo>
                  <a:pt x="937191" y="897818"/>
                </a:lnTo>
                <a:lnTo>
                  <a:pt x="979386" y="866330"/>
                </a:lnTo>
                <a:lnTo>
                  <a:pt x="1018587" y="830440"/>
                </a:lnTo>
                <a:lnTo>
                  <a:pt x="1026859" y="822087"/>
                </a:lnTo>
                <a:lnTo>
                  <a:pt x="624791" y="822087"/>
                </a:lnTo>
                <a:lnTo>
                  <a:pt x="581944" y="816986"/>
                </a:lnTo>
                <a:lnTo>
                  <a:pt x="539827" y="806783"/>
                </a:lnTo>
                <a:lnTo>
                  <a:pt x="498928" y="791479"/>
                </a:lnTo>
                <a:lnTo>
                  <a:pt x="459735" y="771073"/>
                </a:lnTo>
                <a:lnTo>
                  <a:pt x="422734" y="745567"/>
                </a:lnTo>
                <a:lnTo>
                  <a:pt x="388413" y="714959"/>
                </a:lnTo>
                <a:lnTo>
                  <a:pt x="226615" y="551611"/>
                </a:lnTo>
                <a:lnTo>
                  <a:pt x="202659" y="493090"/>
                </a:lnTo>
                <a:lnTo>
                  <a:pt x="208648" y="461950"/>
                </a:lnTo>
                <a:lnTo>
                  <a:pt x="388413" y="271221"/>
                </a:lnTo>
                <a:lnTo>
                  <a:pt x="422775" y="240580"/>
                </a:lnTo>
                <a:lnTo>
                  <a:pt x="459796" y="215046"/>
                </a:lnTo>
                <a:lnTo>
                  <a:pt x="498994" y="194619"/>
                </a:lnTo>
                <a:lnTo>
                  <a:pt x="539883" y="179299"/>
                </a:lnTo>
                <a:lnTo>
                  <a:pt x="581981" y="169086"/>
                </a:lnTo>
                <a:lnTo>
                  <a:pt x="624804" y="163979"/>
                </a:lnTo>
                <a:lnTo>
                  <a:pt x="1026746" y="163979"/>
                </a:lnTo>
                <a:lnTo>
                  <a:pt x="1018587" y="155740"/>
                </a:lnTo>
                <a:lnTo>
                  <a:pt x="979386" y="119882"/>
                </a:lnTo>
                <a:lnTo>
                  <a:pt x="937191" y="88390"/>
                </a:lnTo>
                <a:lnTo>
                  <a:pt x="892155" y="61372"/>
                </a:lnTo>
                <a:lnTo>
                  <a:pt x="844432" y="38938"/>
                </a:lnTo>
                <a:lnTo>
                  <a:pt x="796463" y="21967"/>
                </a:lnTo>
                <a:lnTo>
                  <a:pt x="747337" y="9791"/>
                </a:lnTo>
                <a:lnTo>
                  <a:pt x="697235" y="2455"/>
                </a:lnTo>
                <a:lnTo>
                  <a:pt x="646337" y="0"/>
                </a:lnTo>
                <a:close/>
              </a:path>
              <a:path extrusionOk="0" h="986789" w="1353185">
                <a:moveTo>
                  <a:pt x="1026746" y="163979"/>
                </a:moveTo>
                <a:lnTo>
                  <a:pt x="667870" y="163979"/>
                </a:lnTo>
                <a:lnTo>
                  <a:pt x="710693" y="169086"/>
                </a:lnTo>
                <a:lnTo>
                  <a:pt x="752791" y="179299"/>
                </a:lnTo>
                <a:lnTo>
                  <a:pt x="793680" y="194619"/>
                </a:lnTo>
                <a:lnTo>
                  <a:pt x="832878" y="215046"/>
                </a:lnTo>
                <a:lnTo>
                  <a:pt x="869899" y="240580"/>
                </a:lnTo>
                <a:lnTo>
                  <a:pt x="904261" y="271221"/>
                </a:lnTo>
                <a:lnTo>
                  <a:pt x="1123959" y="493090"/>
                </a:lnTo>
                <a:lnTo>
                  <a:pt x="904261" y="714959"/>
                </a:lnTo>
                <a:lnTo>
                  <a:pt x="869940" y="745567"/>
                </a:lnTo>
                <a:lnTo>
                  <a:pt x="832939" y="771073"/>
                </a:lnTo>
                <a:lnTo>
                  <a:pt x="793746" y="791479"/>
                </a:lnTo>
                <a:lnTo>
                  <a:pt x="752847" y="806783"/>
                </a:lnTo>
                <a:lnTo>
                  <a:pt x="710730" y="816986"/>
                </a:lnTo>
                <a:lnTo>
                  <a:pt x="667883" y="822087"/>
                </a:lnTo>
                <a:lnTo>
                  <a:pt x="1026859" y="822087"/>
                </a:lnTo>
                <a:lnTo>
                  <a:pt x="1352660" y="493090"/>
                </a:lnTo>
                <a:lnTo>
                  <a:pt x="1026746" y="163979"/>
                </a:lnTo>
                <a:close/>
              </a:path>
            </a:pathLst>
          </a:custGeom>
          <a:solidFill>
            <a:srgbClr val="F6892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"/>
          <p:cNvSpPr/>
          <p:nvPr/>
        </p:nvSpPr>
        <p:spPr>
          <a:xfrm>
            <a:off x="4857077" y="1823795"/>
            <a:ext cx="1910080" cy="1930400"/>
          </a:xfrm>
          <a:custGeom>
            <a:rect b="b" l="l" r="r" t="t"/>
            <a:pathLst>
              <a:path extrusionOk="0" h="1930400" w="1910079">
                <a:moveTo>
                  <a:pt x="976376" y="655307"/>
                </a:moveTo>
                <a:lnTo>
                  <a:pt x="973950" y="603897"/>
                </a:lnTo>
                <a:lnTo>
                  <a:pt x="966685" y="553300"/>
                </a:lnTo>
                <a:lnTo>
                  <a:pt x="954633" y="503707"/>
                </a:lnTo>
                <a:lnTo>
                  <a:pt x="937831" y="455269"/>
                </a:lnTo>
                <a:lnTo>
                  <a:pt x="915644" y="407035"/>
                </a:lnTo>
                <a:lnTo>
                  <a:pt x="888898" y="361530"/>
                </a:lnTo>
                <a:lnTo>
                  <a:pt x="857719" y="318909"/>
                </a:lnTo>
                <a:lnTo>
                  <a:pt x="822198" y="279336"/>
                </a:lnTo>
                <a:lnTo>
                  <a:pt x="813917" y="270979"/>
                </a:lnTo>
                <a:lnTo>
                  <a:pt x="813917" y="633514"/>
                </a:lnTo>
                <a:lnTo>
                  <a:pt x="813917" y="677037"/>
                </a:lnTo>
                <a:lnTo>
                  <a:pt x="808863" y="720305"/>
                </a:lnTo>
                <a:lnTo>
                  <a:pt x="798766" y="762850"/>
                </a:lnTo>
                <a:lnTo>
                  <a:pt x="783615" y="804151"/>
                </a:lnTo>
                <a:lnTo>
                  <a:pt x="763422" y="843749"/>
                </a:lnTo>
                <a:lnTo>
                  <a:pt x="738174" y="881126"/>
                </a:lnTo>
                <a:lnTo>
                  <a:pt x="707885" y="915797"/>
                </a:lnTo>
                <a:lnTo>
                  <a:pt x="488188" y="1137666"/>
                </a:lnTo>
                <a:lnTo>
                  <a:pt x="268490" y="915797"/>
                </a:lnTo>
                <a:lnTo>
                  <a:pt x="238188" y="881126"/>
                </a:lnTo>
                <a:lnTo>
                  <a:pt x="212953" y="843749"/>
                </a:lnTo>
                <a:lnTo>
                  <a:pt x="192747" y="804151"/>
                </a:lnTo>
                <a:lnTo>
                  <a:pt x="177609" y="762850"/>
                </a:lnTo>
                <a:lnTo>
                  <a:pt x="167513" y="720305"/>
                </a:lnTo>
                <a:lnTo>
                  <a:pt x="162458" y="677037"/>
                </a:lnTo>
                <a:lnTo>
                  <a:pt x="162458" y="633514"/>
                </a:lnTo>
                <a:lnTo>
                  <a:pt x="167513" y="590245"/>
                </a:lnTo>
                <a:lnTo>
                  <a:pt x="177609" y="547712"/>
                </a:lnTo>
                <a:lnTo>
                  <a:pt x="192747" y="506412"/>
                </a:lnTo>
                <a:lnTo>
                  <a:pt x="212953" y="466839"/>
                </a:lnTo>
                <a:lnTo>
                  <a:pt x="238188" y="429475"/>
                </a:lnTo>
                <a:lnTo>
                  <a:pt x="268490" y="394817"/>
                </a:lnTo>
                <a:lnTo>
                  <a:pt x="426948" y="234797"/>
                </a:lnTo>
                <a:lnTo>
                  <a:pt x="488188" y="209156"/>
                </a:lnTo>
                <a:lnTo>
                  <a:pt x="520776" y="215569"/>
                </a:lnTo>
                <a:lnTo>
                  <a:pt x="707885" y="394817"/>
                </a:lnTo>
                <a:lnTo>
                  <a:pt x="738174" y="429475"/>
                </a:lnTo>
                <a:lnTo>
                  <a:pt x="763422" y="466839"/>
                </a:lnTo>
                <a:lnTo>
                  <a:pt x="783615" y="506412"/>
                </a:lnTo>
                <a:lnTo>
                  <a:pt x="798766" y="547712"/>
                </a:lnTo>
                <a:lnTo>
                  <a:pt x="808863" y="590245"/>
                </a:lnTo>
                <a:lnTo>
                  <a:pt x="813917" y="633514"/>
                </a:lnTo>
                <a:lnTo>
                  <a:pt x="813917" y="270979"/>
                </a:lnTo>
                <a:lnTo>
                  <a:pt x="752716" y="209156"/>
                </a:lnTo>
                <a:lnTo>
                  <a:pt x="583539" y="38265"/>
                </a:lnTo>
                <a:lnTo>
                  <a:pt x="548525" y="12750"/>
                </a:lnTo>
                <a:lnTo>
                  <a:pt x="508825" y="0"/>
                </a:lnTo>
                <a:lnTo>
                  <a:pt x="467550" y="0"/>
                </a:lnTo>
                <a:lnTo>
                  <a:pt x="427837" y="12750"/>
                </a:lnTo>
                <a:lnTo>
                  <a:pt x="392836" y="38265"/>
                </a:lnTo>
                <a:lnTo>
                  <a:pt x="154178" y="279336"/>
                </a:lnTo>
                <a:lnTo>
                  <a:pt x="118618" y="318909"/>
                </a:lnTo>
                <a:lnTo>
                  <a:pt x="87439" y="361530"/>
                </a:lnTo>
                <a:lnTo>
                  <a:pt x="60693" y="407035"/>
                </a:lnTo>
                <a:lnTo>
                  <a:pt x="38468" y="455269"/>
                </a:lnTo>
                <a:lnTo>
                  <a:pt x="21666" y="503707"/>
                </a:lnTo>
                <a:lnTo>
                  <a:pt x="9639" y="553300"/>
                </a:lnTo>
                <a:lnTo>
                  <a:pt x="2413" y="603897"/>
                </a:lnTo>
                <a:lnTo>
                  <a:pt x="0" y="655307"/>
                </a:lnTo>
                <a:lnTo>
                  <a:pt x="2413" y="706716"/>
                </a:lnTo>
                <a:lnTo>
                  <a:pt x="9639" y="757301"/>
                </a:lnTo>
                <a:lnTo>
                  <a:pt x="21666" y="806907"/>
                </a:lnTo>
                <a:lnTo>
                  <a:pt x="38468" y="855332"/>
                </a:lnTo>
                <a:lnTo>
                  <a:pt x="60693" y="903516"/>
                </a:lnTo>
                <a:lnTo>
                  <a:pt x="87439" y="949020"/>
                </a:lnTo>
                <a:lnTo>
                  <a:pt x="118618" y="991654"/>
                </a:lnTo>
                <a:lnTo>
                  <a:pt x="154178" y="1031278"/>
                </a:lnTo>
                <a:lnTo>
                  <a:pt x="488188" y="1368552"/>
                </a:lnTo>
                <a:lnTo>
                  <a:pt x="716838" y="1137666"/>
                </a:lnTo>
                <a:lnTo>
                  <a:pt x="822198" y="1031278"/>
                </a:lnTo>
                <a:lnTo>
                  <a:pt x="857719" y="991654"/>
                </a:lnTo>
                <a:lnTo>
                  <a:pt x="888898" y="949020"/>
                </a:lnTo>
                <a:lnTo>
                  <a:pt x="915644" y="903516"/>
                </a:lnTo>
                <a:lnTo>
                  <a:pt x="937831" y="855332"/>
                </a:lnTo>
                <a:lnTo>
                  <a:pt x="954633" y="806907"/>
                </a:lnTo>
                <a:lnTo>
                  <a:pt x="966685" y="757301"/>
                </a:lnTo>
                <a:lnTo>
                  <a:pt x="973950" y="706716"/>
                </a:lnTo>
                <a:lnTo>
                  <a:pt x="976376" y="655307"/>
                </a:lnTo>
                <a:close/>
              </a:path>
              <a:path extrusionOk="0" h="1930400" w="1910079">
                <a:moveTo>
                  <a:pt x="1909775" y="1415516"/>
                </a:moveTo>
                <a:lnTo>
                  <a:pt x="1896922" y="1374724"/>
                </a:lnTo>
                <a:lnTo>
                  <a:pt x="1871218" y="1338770"/>
                </a:lnTo>
                <a:lnTo>
                  <a:pt x="1689938" y="1155725"/>
                </a:lnTo>
                <a:lnTo>
                  <a:pt x="1689938" y="1436763"/>
                </a:lnTo>
                <a:lnTo>
                  <a:pt x="1681175" y="1482229"/>
                </a:lnTo>
                <a:lnTo>
                  <a:pt x="1654860" y="1522247"/>
                </a:lnTo>
                <a:lnTo>
                  <a:pt x="1519872" y="1658632"/>
                </a:lnTo>
                <a:lnTo>
                  <a:pt x="1483664" y="1690700"/>
                </a:lnTo>
                <a:lnTo>
                  <a:pt x="1444104" y="1717395"/>
                </a:lnTo>
                <a:lnTo>
                  <a:pt x="1401686" y="1738503"/>
                </a:lnTo>
                <a:lnTo>
                  <a:pt x="1356880" y="1753831"/>
                </a:lnTo>
                <a:lnTo>
                  <a:pt x="1310144" y="1763179"/>
                </a:lnTo>
                <a:lnTo>
                  <a:pt x="1261948" y="1766341"/>
                </a:lnTo>
                <a:lnTo>
                  <a:pt x="1213751" y="1763179"/>
                </a:lnTo>
                <a:lnTo>
                  <a:pt x="1167015" y="1753831"/>
                </a:lnTo>
                <a:lnTo>
                  <a:pt x="1122197" y="1738503"/>
                </a:lnTo>
                <a:lnTo>
                  <a:pt x="1079779" y="1717395"/>
                </a:lnTo>
                <a:lnTo>
                  <a:pt x="1040231" y="1690700"/>
                </a:lnTo>
                <a:lnTo>
                  <a:pt x="1004023" y="1658632"/>
                </a:lnTo>
                <a:lnTo>
                  <a:pt x="784326" y="1436763"/>
                </a:lnTo>
                <a:lnTo>
                  <a:pt x="1004023" y="1214894"/>
                </a:lnTo>
                <a:lnTo>
                  <a:pt x="1040231" y="1182789"/>
                </a:lnTo>
                <a:lnTo>
                  <a:pt x="1079779" y="1156093"/>
                </a:lnTo>
                <a:lnTo>
                  <a:pt x="1122197" y="1134986"/>
                </a:lnTo>
                <a:lnTo>
                  <a:pt x="1167015" y="1119670"/>
                </a:lnTo>
                <a:lnTo>
                  <a:pt x="1213751" y="1110335"/>
                </a:lnTo>
                <a:lnTo>
                  <a:pt x="1261948" y="1107186"/>
                </a:lnTo>
                <a:lnTo>
                  <a:pt x="1310144" y="1110335"/>
                </a:lnTo>
                <a:lnTo>
                  <a:pt x="1356880" y="1119670"/>
                </a:lnTo>
                <a:lnTo>
                  <a:pt x="1401686" y="1134986"/>
                </a:lnTo>
                <a:lnTo>
                  <a:pt x="1444104" y="1156093"/>
                </a:lnTo>
                <a:lnTo>
                  <a:pt x="1483664" y="1182789"/>
                </a:lnTo>
                <a:lnTo>
                  <a:pt x="1519872" y="1214894"/>
                </a:lnTo>
                <a:lnTo>
                  <a:pt x="1654860" y="1351203"/>
                </a:lnTo>
                <a:lnTo>
                  <a:pt x="1681175" y="1391221"/>
                </a:lnTo>
                <a:lnTo>
                  <a:pt x="1689938" y="1436763"/>
                </a:lnTo>
                <a:lnTo>
                  <a:pt x="1689938" y="1155725"/>
                </a:lnTo>
                <a:lnTo>
                  <a:pt x="1641881" y="1107186"/>
                </a:lnTo>
                <a:lnTo>
                  <a:pt x="1594980" y="1063523"/>
                </a:lnTo>
                <a:lnTo>
                  <a:pt x="1552790" y="1032040"/>
                </a:lnTo>
                <a:lnTo>
                  <a:pt x="1507756" y="1005039"/>
                </a:lnTo>
                <a:lnTo>
                  <a:pt x="1460030" y="982611"/>
                </a:lnTo>
                <a:lnTo>
                  <a:pt x="1412074" y="965644"/>
                </a:lnTo>
                <a:lnTo>
                  <a:pt x="1362976" y="953465"/>
                </a:lnTo>
                <a:lnTo>
                  <a:pt x="1312875" y="946124"/>
                </a:lnTo>
                <a:lnTo>
                  <a:pt x="1261948" y="943673"/>
                </a:lnTo>
                <a:lnTo>
                  <a:pt x="1211021" y="946124"/>
                </a:lnTo>
                <a:lnTo>
                  <a:pt x="1160919" y="953465"/>
                </a:lnTo>
                <a:lnTo>
                  <a:pt x="1111808" y="965644"/>
                </a:lnTo>
                <a:lnTo>
                  <a:pt x="1063853" y="982611"/>
                </a:lnTo>
                <a:lnTo>
                  <a:pt x="1016127" y="1005039"/>
                </a:lnTo>
                <a:lnTo>
                  <a:pt x="971092" y="1032040"/>
                </a:lnTo>
                <a:lnTo>
                  <a:pt x="928903" y="1063523"/>
                </a:lnTo>
                <a:lnTo>
                  <a:pt x="889698" y="1099413"/>
                </a:lnTo>
                <a:lnTo>
                  <a:pt x="555701" y="1436763"/>
                </a:lnTo>
                <a:lnTo>
                  <a:pt x="889698" y="1774113"/>
                </a:lnTo>
                <a:lnTo>
                  <a:pt x="928903" y="1809965"/>
                </a:lnTo>
                <a:lnTo>
                  <a:pt x="971092" y="1841461"/>
                </a:lnTo>
                <a:lnTo>
                  <a:pt x="1016127" y="1868474"/>
                </a:lnTo>
                <a:lnTo>
                  <a:pt x="1063853" y="1890915"/>
                </a:lnTo>
                <a:lnTo>
                  <a:pt x="1111808" y="1907882"/>
                </a:lnTo>
                <a:lnTo>
                  <a:pt x="1160919" y="1920062"/>
                </a:lnTo>
                <a:lnTo>
                  <a:pt x="1211021" y="1927402"/>
                </a:lnTo>
                <a:lnTo>
                  <a:pt x="1261948" y="1929853"/>
                </a:lnTo>
                <a:lnTo>
                  <a:pt x="1312875" y="1927402"/>
                </a:lnTo>
                <a:lnTo>
                  <a:pt x="1362976" y="1920062"/>
                </a:lnTo>
                <a:lnTo>
                  <a:pt x="1412074" y="1907882"/>
                </a:lnTo>
                <a:lnTo>
                  <a:pt x="1460030" y="1890915"/>
                </a:lnTo>
                <a:lnTo>
                  <a:pt x="1507756" y="1868474"/>
                </a:lnTo>
                <a:lnTo>
                  <a:pt x="1552790" y="1841461"/>
                </a:lnTo>
                <a:lnTo>
                  <a:pt x="1594980" y="1809965"/>
                </a:lnTo>
                <a:lnTo>
                  <a:pt x="1634185" y="1774113"/>
                </a:lnTo>
                <a:lnTo>
                  <a:pt x="1871218" y="1534680"/>
                </a:lnTo>
                <a:lnTo>
                  <a:pt x="1896922" y="1498727"/>
                </a:lnTo>
                <a:lnTo>
                  <a:pt x="1909775" y="1457934"/>
                </a:lnTo>
                <a:lnTo>
                  <a:pt x="1909775" y="1415516"/>
                </a:lnTo>
                <a:close/>
              </a:path>
            </a:pathLst>
          </a:custGeom>
          <a:solidFill>
            <a:srgbClr val="F6892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/>
          <p:nvPr/>
        </p:nvSpPr>
        <p:spPr>
          <a:xfrm>
            <a:off x="1546202" y="4426111"/>
            <a:ext cx="1212850" cy="843280"/>
          </a:xfrm>
          <a:custGeom>
            <a:rect b="b" l="l" r="r" t="t"/>
            <a:pathLst>
              <a:path extrusionOk="0" h="843279" w="1212850">
                <a:moveTo>
                  <a:pt x="968679" y="0"/>
                </a:moveTo>
                <a:lnTo>
                  <a:pt x="913366" y="1248"/>
                </a:lnTo>
                <a:lnTo>
                  <a:pt x="862396" y="4988"/>
                </a:lnTo>
                <a:lnTo>
                  <a:pt x="815769" y="11211"/>
                </a:lnTo>
                <a:lnTo>
                  <a:pt x="773485" y="19910"/>
                </a:lnTo>
                <a:lnTo>
                  <a:pt x="735545" y="31076"/>
                </a:lnTo>
                <a:lnTo>
                  <a:pt x="700157" y="39471"/>
                </a:lnTo>
                <a:lnTo>
                  <a:pt x="664235" y="40689"/>
                </a:lnTo>
                <a:lnTo>
                  <a:pt x="628589" y="35161"/>
                </a:lnTo>
                <a:lnTo>
                  <a:pt x="594029" y="23317"/>
                </a:lnTo>
                <a:lnTo>
                  <a:pt x="565442" y="13115"/>
                </a:lnTo>
                <a:lnTo>
                  <a:pt x="532485" y="5829"/>
                </a:lnTo>
                <a:lnTo>
                  <a:pt x="495156" y="1457"/>
                </a:lnTo>
                <a:lnTo>
                  <a:pt x="453453" y="0"/>
                </a:lnTo>
                <a:lnTo>
                  <a:pt x="397454" y="1099"/>
                </a:lnTo>
                <a:lnTo>
                  <a:pt x="343234" y="4399"/>
                </a:lnTo>
                <a:lnTo>
                  <a:pt x="290793" y="9897"/>
                </a:lnTo>
                <a:lnTo>
                  <a:pt x="240130" y="17592"/>
                </a:lnTo>
                <a:lnTo>
                  <a:pt x="191245" y="27484"/>
                </a:lnTo>
                <a:lnTo>
                  <a:pt x="144138" y="39572"/>
                </a:lnTo>
                <a:lnTo>
                  <a:pt x="98809" y="53855"/>
                </a:lnTo>
                <a:lnTo>
                  <a:pt x="55257" y="70332"/>
                </a:lnTo>
                <a:lnTo>
                  <a:pt x="13812" y="106243"/>
                </a:lnTo>
                <a:lnTo>
                  <a:pt x="0" y="165061"/>
                </a:lnTo>
                <a:lnTo>
                  <a:pt x="0" y="797407"/>
                </a:lnTo>
                <a:lnTo>
                  <a:pt x="2547" y="817444"/>
                </a:lnTo>
                <a:lnTo>
                  <a:pt x="10180" y="831746"/>
                </a:lnTo>
                <a:lnTo>
                  <a:pt x="22883" y="840321"/>
                </a:lnTo>
                <a:lnTo>
                  <a:pt x="40640" y="843178"/>
                </a:lnTo>
                <a:lnTo>
                  <a:pt x="175552" y="843178"/>
                </a:lnTo>
                <a:lnTo>
                  <a:pt x="215180" y="817444"/>
                </a:lnTo>
                <a:lnTo>
                  <a:pt x="217830" y="282714"/>
                </a:lnTo>
                <a:lnTo>
                  <a:pt x="218338" y="262812"/>
                </a:lnTo>
                <a:lnTo>
                  <a:pt x="230690" y="222967"/>
                </a:lnTo>
                <a:lnTo>
                  <a:pt x="293156" y="195725"/>
                </a:lnTo>
                <a:lnTo>
                  <a:pt x="356573" y="185881"/>
                </a:lnTo>
                <a:lnTo>
                  <a:pt x="390118" y="184645"/>
                </a:lnTo>
                <a:lnTo>
                  <a:pt x="412090" y="185313"/>
                </a:lnTo>
                <a:lnTo>
                  <a:pt x="459130" y="195287"/>
                </a:lnTo>
                <a:lnTo>
                  <a:pt x="490829" y="232041"/>
                </a:lnTo>
                <a:lnTo>
                  <a:pt x="498484" y="284437"/>
                </a:lnTo>
                <a:lnTo>
                  <a:pt x="498995" y="308825"/>
                </a:lnTo>
                <a:lnTo>
                  <a:pt x="498995" y="797407"/>
                </a:lnTo>
                <a:lnTo>
                  <a:pt x="501530" y="817444"/>
                </a:lnTo>
                <a:lnTo>
                  <a:pt x="509143" y="831746"/>
                </a:lnTo>
                <a:lnTo>
                  <a:pt x="521841" y="840321"/>
                </a:lnTo>
                <a:lnTo>
                  <a:pt x="539635" y="843178"/>
                </a:lnTo>
                <a:lnTo>
                  <a:pt x="676097" y="843178"/>
                </a:lnTo>
                <a:lnTo>
                  <a:pt x="693891" y="840321"/>
                </a:lnTo>
                <a:lnTo>
                  <a:pt x="706589" y="831746"/>
                </a:lnTo>
                <a:lnTo>
                  <a:pt x="714201" y="817444"/>
                </a:lnTo>
                <a:lnTo>
                  <a:pt x="716737" y="797407"/>
                </a:lnTo>
                <a:lnTo>
                  <a:pt x="716737" y="310464"/>
                </a:lnTo>
                <a:lnTo>
                  <a:pt x="715111" y="259867"/>
                </a:lnTo>
                <a:lnTo>
                  <a:pt x="715723" y="249926"/>
                </a:lnTo>
                <a:lnTo>
                  <a:pt x="741930" y="214910"/>
                </a:lnTo>
                <a:lnTo>
                  <a:pt x="792208" y="196641"/>
                </a:lnTo>
                <a:lnTo>
                  <a:pt x="854770" y="185983"/>
                </a:lnTo>
                <a:lnTo>
                  <a:pt x="885761" y="184645"/>
                </a:lnTo>
                <a:lnTo>
                  <a:pt x="925077" y="187614"/>
                </a:lnTo>
                <a:lnTo>
                  <a:pt x="976281" y="211327"/>
                </a:lnTo>
                <a:lnTo>
                  <a:pt x="991717" y="246231"/>
                </a:lnTo>
                <a:lnTo>
                  <a:pt x="995768" y="286269"/>
                </a:lnTo>
                <a:lnTo>
                  <a:pt x="996276" y="312089"/>
                </a:lnTo>
                <a:lnTo>
                  <a:pt x="996276" y="797407"/>
                </a:lnTo>
                <a:lnTo>
                  <a:pt x="998812" y="817444"/>
                </a:lnTo>
                <a:lnTo>
                  <a:pt x="1006424" y="831746"/>
                </a:lnTo>
                <a:lnTo>
                  <a:pt x="1019122" y="840321"/>
                </a:lnTo>
                <a:lnTo>
                  <a:pt x="1036916" y="843178"/>
                </a:lnTo>
                <a:lnTo>
                  <a:pt x="1173454" y="843178"/>
                </a:lnTo>
                <a:lnTo>
                  <a:pt x="1190490" y="840321"/>
                </a:lnTo>
                <a:lnTo>
                  <a:pt x="1202658" y="831746"/>
                </a:lnTo>
                <a:lnTo>
                  <a:pt x="1209959" y="817444"/>
                </a:lnTo>
                <a:lnTo>
                  <a:pt x="1212392" y="797407"/>
                </a:lnTo>
                <a:lnTo>
                  <a:pt x="1212392" y="263131"/>
                </a:lnTo>
                <a:lnTo>
                  <a:pt x="1211487" y="208983"/>
                </a:lnTo>
                <a:lnTo>
                  <a:pt x="1208762" y="164253"/>
                </a:lnTo>
                <a:lnTo>
                  <a:pt x="1197787" y="102971"/>
                </a:lnTo>
                <a:lnTo>
                  <a:pt x="1170166" y="57448"/>
                </a:lnTo>
                <a:lnTo>
                  <a:pt x="1126286" y="25336"/>
                </a:lnTo>
                <a:lnTo>
                  <a:pt x="1060889" y="6343"/>
                </a:lnTo>
                <a:lnTo>
                  <a:pt x="1018135" y="1587"/>
                </a:lnTo>
                <a:lnTo>
                  <a:pt x="968679" y="0"/>
                </a:lnTo>
                <a:close/>
              </a:path>
            </a:pathLst>
          </a:custGeom>
          <a:solidFill>
            <a:srgbClr val="47444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"/>
          <p:cNvSpPr/>
          <p:nvPr/>
        </p:nvSpPr>
        <p:spPr>
          <a:xfrm>
            <a:off x="2856057" y="4424541"/>
            <a:ext cx="712470" cy="864869"/>
          </a:xfrm>
          <a:custGeom>
            <a:rect b="b" l="l" r="r" t="t"/>
            <a:pathLst>
              <a:path extrusionOk="0" h="864870" w="712470">
                <a:moveTo>
                  <a:pt x="351180" y="344589"/>
                </a:moveTo>
                <a:lnTo>
                  <a:pt x="281897" y="346724"/>
                </a:lnTo>
                <a:lnTo>
                  <a:pt x="221276" y="353092"/>
                </a:lnTo>
                <a:lnTo>
                  <a:pt x="169287" y="363637"/>
                </a:lnTo>
                <a:lnTo>
                  <a:pt x="125900" y="378305"/>
                </a:lnTo>
                <a:lnTo>
                  <a:pt x="91084" y="397040"/>
                </a:lnTo>
                <a:lnTo>
                  <a:pt x="58363" y="424383"/>
                </a:lnTo>
                <a:lnTo>
                  <a:pt x="32869" y="458188"/>
                </a:lnTo>
                <a:lnTo>
                  <a:pt x="14684" y="498297"/>
                </a:lnTo>
                <a:lnTo>
                  <a:pt x="14625" y="498426"/>
                </a:lnTo>
                <a:lnTo>
                  <a:pt x="3660" y="545067"/>
                </a:lnTo>
                <a:lnTo>
                  <a:pt x="0" y="598081"/>
                </a:lnTo>
                <a:lnTo>
                  <a:pt x="4105" y="656900"/>
                </a:lnTo>
                <a:lnTo>
                  <a:pt x="16459" y="708975"/>
                </a:lnTo>
                <a:lnTo>
                  <a:pt x="37118" y="754466"/>
                </a:lnTo>
                <a:lnTo>
                  <a:pt x="66141" y="793534"/>
                </a:lnTo>
                <a:lnTo>
                  <a:pt x="96858" y="819059"/>
                </a:lnTo>
                <a:lnTo>
                  <a:pt x="136501" y="838867"/>
                </a:lnTo>
                <a:lnTo>
                  <a:pt x="185062" y="852984"/>
                </a:lnTo>
                <a:lnTo>
                  <a:pt x="242536" y="861436"/>
                </a:lnTo>
                <a:lnTo>
                  <a:pt x="308914" y="864247"/>
                </a:lnTo>
                <a:lnTo>
                  <a:pt x="351314" y="863389"/>
                </a:lnTo>
                <a:lnTo>
                  <a:pt x="395338" y="860818"/>
                </a:lnTo>
                <a:lnTo>
                  <a:pt x="441067" y="856543"/>
                </a:lnTo>
                <a:lnTo>
                  <a:pt x="488581" y="850569"/>
                </a:lnTo>
                <a:lnTo>
                  <a:pt x="533924" y="843401"/>
                </a:lnTo>
                <a:lnTo>
                  <a:pt x="573616" y="835656"/>
                </a:lnTo>
                <a:lnTo>
                  <a:pt x="635685" y="818476"/>
                </a:lnTo>
                <a:lnTo>
                  <a:pt x="680584" y="793139"/>
                </a:lnTo>
                <a:lnTo>
                  <a:pt x="707159" y="749074"/>
                </a:lnTo>
                <a:lnTo>
                  <a:pt x="712088" y="702449"/>
                </a:lnTo>
                <a:lnTo>
                  <a:pt x="712088" y="699338"/>
                </a:lnTo>
                <a:lnTo>
                  <a:pt x="334860" y="699338"/>
                </a:lnTo>
                <a:lnTo>
                  <a:pt x="301774" y="697627"/>
                </a:lnTo>
                <a:lnTo>
                  <a:pt x="252150" y="684095"/>
                </a:lnTo>
                <a:lnTo>
                  <a:pt x="223588" y="657399"/>
                </a:lnTo>
                <a:lnTo>
                  <a:pt x="209834" y="617678"/>
                </a:lnTo>
                <a:lnTo>
                  <a:pt x="208114" y="592950"/>
                </a:lnTo>
                <a:lnTo>
                  <a:pt x="209983" y="568036"/>
                </a:lnTo>
                <a:lnTo>
                  <a:pt x="225527" y="529996"/>
                </a:lnTo>
                <a:lnTo>
                  <a:pt x="259995" y="507215"/>
                </a:lnTo>
                <a:lnTo>
                  <a:pt x="329842" y="494780"/>
                </a:lnTo>
                <a:lnTo>
                  <a:pt x="378701" y="493242"/>
                </a:lnTo>
                <a:lnTo>
                  <a:pt x="495185" y="493242"/>
                </a:lnTo>
                <a:lnTo>
                  <a:pt x="495185" y="364477"/>
                </a:lnTo>
                <a:lnTo>
                  <a:pt x="497596" y="351193"/>
                </a:lnTo>
                <a:lnTo>
                  <a:pt x="495731" y="351193"/>
                </a:lnTo>
                <a:lnTo>
                  <a:pt x="465473" y="348452"/>
                </a:lnTo>
                <a:lnTo>
                  <a:pt x="431266" y="346371"/>
                </a:lnTo>
                <a:lnTo>
                  <a:pt x="393154" y="345051"/>
                </a:lnTo>
                <a:lnTo>
                  <a:pt x="351180" y="344589"/>
                </a:lnTo>
                <a:close/>
              </a:path>
              <a:path extrusionOk="0" h="864870" w="712470">
                <a:moveTo>
                  <a:pt x="495185" y="493242"/>
                </a:moveTo>
                <a:lnTo>
                  <a:pt x="378701" y="493242"/>
                </a:lnTo>
                <a:lnTo>
                  <a:pt x="402170" y="493605"/>
                </a:lnTo>
                <a:lnTo>
                  <a:pt x="426780" y="494631"/>
                </a:lnTo>
                <a:lnTo>
                  <a:pt x="452528" y="496226"/>
                </a:lnTo>
                <a:lnTo>
                  <a:pt x="479412" y="498297"/>
                </a:lnTo>
                <a:lnTo>
                  <a:pt x="489584" y="499424"/>
                </a:lnTo>
                <a:lnTo>
                  <a:pt x="488685" y="499424"/>
                </a:lnTo>
                <a:lnTo>
                  <a:pt x="495731" y="506996"/>
                </a:lnTo>
                <a:lnTo>
                  <a:pt x="495731" y="598081"/>
                </a:lnTo>
                <a:lnTo>
                  <a:pt x="495442" y="616759"/>
                </a:lnTo>
                <a:lnTo>
                  <a:pt x="487604" y="662050"/>
                </a:lnTo>
                <a:lnTo>
                  <a:pt x="441920" y="688193"/>
                </a:lnTo>
                <a:lnTo>
                  <a:pt x="376035" y="698099"/>
                </a:lnTo>
                <a:lnTo>
                  <a:pt x="334860" y="699338"/>
                </a:lnTo>
                <a:lnTo>
                  <a:pt x="712088" y="699338"/>
                </a:lnTo>
                <a:lnTo>
                  <a:pt x="712088" y="593496"/>
                </a:lnTo>
                <a:lnTo>
                  <a:pt x="593420" y="593496"/>
                </a:lnTo>
                <a:lnTo>
                  <a:pt x="552953" y="586875"/>
                </a:lnTo>
                <a:lnTo>
                  <a:pt x="521976" y="568036"/>
                </a:lnTo>
                <a:lnTo>
                  <a:pt x="502162" y="538514"/>
                </a:lnTo>
                <a:lnTo>
                  <a:pt x="495185" y="499846"/>
                </a:lnTo>
                <a:lnTo>
                  <a:pt x="495185" y="493242"/>
                </a:lnTo>
                <a:close/>
              </a:path>
              <a:path extrusionOk="0" h="864870" w="712470">
                <a:moveTo>
                  <a:pt x="704322" y="187833"/>
                </a:moveTo>
                <a:lnTo>
                  <a:pt x="349630" y="187833"/>
                </a:lnTo>
                <a:lnTo>
                  <a:pt x="402669" y="190790"/>
                </a:lnTo>
                <a:lnTo>
                  <a:pt x="443401" y="199664"/>
                </a:lnTo>
                <a:lnTo>
                  <a:pt x="487565" y="235165"/>
                </a:lnTo>
                <a:lnTo>
                  <a:pt x="495243" y="286068"/>
                </a:lnTo>
                <a:lnTo>
                  <a:pt x="495731" y="310464"/>
                </a:lnTo>
                <a:lnTo>
                  <a:pt x="495731" y="351193"/>
                </a:lnTo>
                <a:lnTo>
                  <a:pt x="497596" y="351193"/>
                </a:lnTo>
                <a:lnTo>
                  <a:pt x="502074" y="326523"/>
                </a:lnTo>
                <a:lnTo>
                  <a:pt x="521619" y="297656"/>
                </a:lnTo>
                <a:lnTo>
                  <a:pt x="552133" y="279295"/>
                </a:lnTo>
                <a:lnTo>
                  <a:pt x="591934" y="272859"/>
                </a:lnTo>
                <a:lnTo>
                  <a:pt x="711542" y="272859"/>
                </a:lnTo>
                <a:lnTo>
                  <a:pt x="707404" y="204546"/>
                </a:lnTo>
                <a:lnTo>
                  <a:pt x="707342" y="203516"/>
                </a:lnTo>
                <a:lnTo>
                  <a:pt x="704322" y="187833"/>
                </a:lnTo>
                <a:close/>
              </a:path>
              <a:path extrusionOk="0" h="864870" w="712470">
                <a:moveTo>
                  <a:pt x="380174" y="0"/>
                </a:moveTo>
                <a:lnTo>
                  <a:pt x="327886" y="1022"/>
                </a:lnTo>
                <a:lnTo>
                  <a:pt x="277882" y="4108"/>
                </a:lnTo>
                <a:lnTo>
                  <a:pt x="230166" y="9288"/>
                </a:lnTo>
                <a:lnTo>
                  <a:pt x="184745" y="16592"/>
                </a:lnTo>
                <a:lnTo>
                  <a:pt x="141621" y="26051"/>
                </a:lnTo>
                <a:lnTo>
                  <a:pt x="100799" y="37693"/>
                </a:lnTo>
                <a:lnTo>
                  <a:pt x="67333" y="69486"/>
                </a:lnTo>
                <a:lnTo>
                  <a:pt x="65125" y="86575"/>
                </a:lnTo>
                <a:lnTo>
                  <a:pt x="66168" y="103642"/>
                </a:lnTo>
                <a:lnTo>
                  <a:pt x="74373" y="150967"/>
                </a:lnTo>
                <a:lnTo>
                  <a:pt x="86791" y="194861"/>
                </a:lnTo>
                <a:lnTo>
                  <a:pt x="117043" y="212242"/>
                </a:lnTo>
                <a:lnTo>
                  <a:pt x="123943" y="211664"/>
                </a:lnTo>
                <a:lnTo>
                  <a:pt x="137858" y="209899"/>
                </a:lnTo>
                <a:lnTo>
                  <a:pt x="229562" y="196228"/>
                </a:lnTo>
                <a:lnTo>
                  <a:pt x="270763" y="191603"/>
                </a:lnTo>
                <a:lnTo>
                  <a:pt x="310813" y="188785"/>
                </a:lnTo>
                <a:lnTo>
                  <a:pt x="349630" y="187833"/>
                </a:lnTo>
                <a:lnTo>
                  <a:pt x="704322" y="187833"/>
                </a:lnTo>
                <a:lnTo>
                  <a:pt x="696266" y="145999"/>
                </a:lnTo>
                <a:lnTo>
                  <a:pt x="678315" y="100502"/>
                </a:lnTo>
                <a:lnTo>
                  <a:pt x="653491" y="67221"/>
                </a:lnTo>
                <a:lnTo>
                  <a:pt x="592921" y="29868"/>
                </a:lnTo>
                <a:lnTo>
                  <a:pt x="551189" y="16798"/>
                </a:lnTo>
                <a:lnTo>
                  <a:pt x="501823" y="7465"/>
                </a:lnTo>
                <a:lnTo>
                  <a:pt x="444819" y="1866"/>
                </a:lnTo>
                <a:lnTo>
                  <a:pt x="380174" y="0"/>
                </a:lnTo>
                <a:close/>
              </a:path>
            </a:pathLst>
          </a:custGeom>
          <a:solidFill>
            <a:srgbClr val="47444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"/>
          <p:cNvSpPr/>
          <p:nvPr/>
        </p:nvSpPr>
        <p:spPr>
          <a:xfrm>
            <a:off x="3995687" y="4426082"/>
            <a:ext cx="651510" cy="862965"/>
          </a:xfrm>
          <a:custGeom>
            <a:rect b="b" l="l" r="r" t="t"/>
            <a:pathLst>
              <a:path extrusionOk="0" h="862964" w="651510">
                <a:moveTo>
                  <a:pt x="350634" y="0"/>
                </a:moveTo>
                <a:lnTo>
                  <a:pt x="287976" y="2564"/>
                </a:lnTo>
                <a:lnTo>
                  <a:pt x="231912" y="10258"/>
                </a:lnTo>
                <a:lnTo>
                  <a:pt x="182442" y="23082"/>
                </a:lnTo>
                <a:lnTo>
                  <a:pt x="139567" y="41037"/>
                </a:lnTo>
                <a:lnTo>
                  <a:pt x="103287" y="64122"/>
                </a:lnTo>
                <a:lnTo>
                  <a:pt x="73603" y="92338"/>
                </a:lnTo>
                <a:lnTo>
                  <a:pt x="50514" y="125687"/>
                </a:lnTo>
                <a:lnTo>
                  <a:pt x="34022" y="164167"/>
                </a:lnTo>
                <a:lnTo>
                  <a:pt x="24126" y="207780"/>
                </a:lnTo>
                <a:lnTo>
                  <a:pt x="20827" y="256527"/>
                </a:lnTo>
                <a:lnTo>
                  <a:pt x="20827" y="266712"/>
                </a:lnTo>
                <a:lnTo>
                  <a:pt x="21361" y="271297"/>
                </a:lnTo>
                <a:lnTo>
                  <a:pt x="180136" y="271297"/>
                </a:lnTo>
                <a:lnTo>
                  <a:pt x="219937" y="277911"/>
                </a:lnTo>
                <a:lnTo>
                  <a:pt x="250451" y="296698"/>
                </a:lnTo>
                <a:lnTo>
                  <a:pt x="269996" y="326081"/>
                </a:lnTo>
                <a:lnTo>
                  <a:pt x="276885" y="364477"/>
                </a:lnTo>
                <a:lnTo>
                  <a:pt x="276885" y="505447"/>
                </a:lnTo>
                <a:lnTo>
                  <a:pt x="276339" y="511035"/>
                </a:lnTo>
                <a:lnTo>
                  <a:pt x="275335" y="516636"/>
                </a:lnTo>
                <a:lnTo>
                  <a:pt x="349161" y="535990"/>
                </a:lnTo>
                <a:lnTo>
                  <a:pt x="397360" y="550725"/>
                </a:lnTo>
                <a:lnTo>
                  <a:pt x="432316" y="573510"/>
                </a:lnTo>
                <a:lnTo>
                  <a:pt x="441794" y="606234"/>
                </a:lnTo>
                <a:lnTo>
                  <a:pt x="434619" y="639250"/>
                </a:lnTo>
                <a:lnTo>
                  <a:pt x="413067" y="662778"/>
                </a:lnTo>
                <a:lnTo>
                  <a:pt x="377104" y="676861"/>
                </a:lnTo>
                <a:lnTo>
                  <a:pt x="326694" y="681545"/>
                </a:lnTo>
                <a:lnTo>
                  <a:pt x="267635" y="679918"/>
                </a:lnTo>
                <a:lnTo>
                  <a:pt x="212637" y="674998"/>
                </a:lnTo>
                <a:lnTo>
                  <a:pt x="161747" y="666725"/>
                </a:lnTo>
                <a:lnTo>
                  <a:pt x="115011" y="655040"/>
                </a:lnTo>
                <a:lnTo>
                  <a:pt x="97359" y="650083"/>
                </a:lnTo>
                <a:lnTo>
                  <a:pt x="83380" y="646593"/>
                </a:lnTo>
                <a:lnTo>
                  <a:pt x="41705" y="652311"/>
                </a:lnTo>
                <a:lnTo>
                  <a:pt x="14583" y="716356"/>
                </a:lnTo>
                <a:lnTo>
                  <a:pt x="1618" y="766932"/>
                </a:lnTo>
                <a:lnTo>
                  <a:pt x="0" y="779221"/>
                </a:lnTo>
                <a:lnTo>
                  <a:pt x="1806" y="793654"/>
                </a:lnTo>
                <a:lnTo>
                  <a:pt x="28981" y="822045"/>
                </a:lnTo>
                <a:lnTo>
                  <a:pt x="103630" y="844588"/>
                </a:lnTo>
                <a:lnTo>
                  <a:pt x="148882" y="852520"/>
                </a:lnTo>
                <a:lnTo>
                  <a:pt x="199437" y="858206"/>
                </a:lnTo>
                <a:lnTo>
                  <a:pt x="255313" y="861629"/>
                </a:lnTo>
                <a:lnTo>
                  <a:pt x="316522" y="862774"/>
                </a:lnTo>
                <a:lnTo>
                  <a:pt x="374697" y="860641"/>
                </a:lnTo>
                <a:lnTo>
                  <a:pt x="427319" y="854242"/>
                </a:lnTo>
                <a:lnTo>
                  <a:pt x="474390" y="843577"/>
                </a:lnTo>
                <a:lnTo>
                  <a:pt x="515913" y="828646"/>
                </a:lnTo>
                <a:lnTo>
                  <a:pt x="551890" y="809450"/>
                </a:lnTo>
                <a:lnTo>
                  <a:pt x="582326" y="785987"/>
                </a:lnTo>
                <a:lnTo>
                  <a:pt x="626579" y="726264"/>
                </a:lnTo>
                <a:lnTo>
                  <a:pt x="640403" y="690003"/>
                </a:lnTo>
                <a:lnTo>
                  <a:pt x="648695" y="649477"/>
                </a:lnTo>
                <a:lnTo>
                  <a:pt x="651459" y="604685"/>
                </a:lnTo>
                <a:lnTo>
                  <a:pt x="648610" y="553626"/>
                </a:lnTo>
                <a:lnTo>
                  <a:pt x="640086" y="509738"/>
                </a:lnTo>
                <a:lnTo>
                  <a:pt x="625923" y="473106"/>
                </a:lnTo>
                <a:lnTo>
                  <a:pt x="578659" y="419009"/>
                </a:lnTo>
                <a:lnTo>
                  <a:pt x="541907" y="396443"/>
                </a:lnTo>
                <a:lnTo>
                  <a:pt x="495799" y="376077"/>
                </a:lnTo>
                <a:lnTo>
                  <a:pt x="440232" y="357873"/>
                </a:lnTo>
                <a:lnTo>
                  <a:pt x="329806" y="326783"/>
                </a:lnTo>
                <a:lnTo>
                  <a:pt x="302377" y="318100"/>
                </a:lnTo>
                <a:lnTo>
                  <a:pt x="263783" y="301725"/>
                </a:lnTo>
                <a:lnTo>
                  <a:pt x="236671" y="264731"/>
                </a:lnTo>
                <a:lnTo>
                  <a:pt x="235623" y="251485"/>
                </a:lnTo>
                <a:lnTo>
                  <a:pt x="236970" y="235517"/>
                </a:lnTo>
                <a:lnTo>
                  <a:pt x="257530" y="198488"/>
                </a:lnTo>
                <a:lnTo>
                  <a:pt x="313480" y="180902"/>
                </a:lnTo>
                <a:lnTo>
                  <a:pt x="342480" y="179679"/>
                </a:lnTo>
                <a:lnTo>
                  <a:pt x="389857" y="180919"/>
                </a:lnTo>
                <a:lnTo>
                  <a:pt x="435740" y="184642"/>
                </a:lnTo>
                <a:lnTo>
                  <a:pt x="480180" y="190855"/>
                </a:lnTo>
                <a:lnTo>
                  <a:pt x="523227" y="199567"/>
                </a:lnTo>
                <a:lnTo>
                  <a:pt x="562491" y="205707"/>
                </a:lnTo>
                <a:lnTo>
                  <a:pt x="599541" y="178117"/>
                </a:lnTo>
                <a:lnTo>
                  <a:pt x="609554" y="139707"/>
                </a:lnTo>
                <a:lnTo>
                  <a:pt x="621037" y="86484"/>
                </a:lnTo>
                <a:lnTo>
                  <a:pt x="622477" y="71805"/>
                </a:lnTo>
                <a:lnTo>
                  <a:pt x="620392" y="57118"/>
                </a:lnTo>
                <a:lnTo>
                  <a:pt x="589838" y="29540"/>
                </a:lnTo>
                <a:lnTo>
                  <a:pt x="511759" y="10577"/>
                </a:lnTo>
                <a:lnTo>
                  <a:pt x="463963" y="4688"/>
                </a:lnTo>
                <a:lnTo>
                  <a:pt x="410269" y="1169"/>
                </a:lnTo>
                <a:lnTo>
                  <a:pt x="350634" y="0"/>
                </a:lnTo>
                <a:close/>
              </a:path>
            </a:pathLst>
          </a:custGeom>
          <a:solidFill>
            <a:srgbClr val="47444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"/>
          <p:cNvSpPr/>
          <p:nvPr/>
        </p:nvSpPr>
        <p:spPr>
          <a:xfrm>
            <a:off x="4913581" y="4426149"/>
            <a:ext cx="754380" cy="1224280"/>
          </a:xfrm>
          <a:custGeom>
            <a:rect b="b" l="l" r="r" t="t"/>
            <a:pathLst>
              <a:path extrusionOk="0" h="1224279" w="754379">
                <a:moveTo>
                  <a:pt x="752854" y="830046"/>
                </a:moveTo>
                <a:lnTo>
                  <a:pt x="531393" y="830046"/>
                </a:lnTo>
                <a:lnTo>
                  <a:pt x="531280" y="853373"/>
                </a:lnTo>
                <a:lnTo>
                  <a:pt x="529672" y="882257"/>
                </a:lnTo>
                <a:lnTo>
                  <a:pt x="515887" y="933715"/>
                </a:lnTo>
                <a:lnTo>
                  <a:pt x="487098" y="971977"/>
                </a:lnTo>
                <a:lnTo>
                  <a:pt x="436309" y="1001000"/>
                </a:lnTo>
                <a:lnTo>
                  <a:pt x="368449" y="1020018"/>
                </a:lnTo>
                <a:lnTo>
                  <a:pt x="326277" y="1026914"/>
                </a:lnTo>
                <a:lnTo>
                  <a:pt x="275732" y="1032962"/>
                </a:lnTo>
                <a:lnTo>
                  <a:pt x="216812" y="1038160"/>
                </a:lnTo>
                <a:lnTo>
                  <a:pt x="149517" y="1042504"/>
                </a:lnTo>
                <a:lnTo>
                  <a:pt x="128153" y="1047202"/>
                </a:lnTo>
                <a:lnTo>
                  <a:pt x="112903" y="1058024"/>
                </a:lnTo>
                <a:lnTo>
                  <a:pt x="103757" y="1074980"/>
                </a:lnTo>
                <a:lnTo>
                  <a:pt x="100711" y="1098080"/>
                </a:lnTo>
                <a:lnTo>
                  <a:pt x="101120" y="1115418"/>
                </a:lnTo>
                <a:lnTo>
                  <a:pt x="104386" y="1156249"/>
                </a:lnTo>
                <a:lnTo>
                  <a:pt x="113346" y="1199042"/>
                </a:lnTo>
                <a:lnTo>
                  <a:pt x="165760" y="1223886"/>
                </a:lnTo>
                <a:lnTo>
                  <a:pt x="227761" y="1222990"/>
                </a:lnTo>
                <a:lnTo>
                  <a:pt x="286179" y="1220304"/>
                </a:lnTo>
                <a:lnTo>
                  <a:pt x="341013" y="1215830"/>
                </a:lnTo>
                <a:lnTo>
                  <a:pt x="392266" y="1209570"/>
                </a:lnTo>
                <a:lnTo>
                  <a:pt x="439938" y="1201524"/>
                </a:lnTo>
                <a:lnTo>
                  <a:pt x="484030" y="1191696"/>
                </a:lnTo>
                <a:lnTo>
                  <a:pt x="524543" y="1180087"/>
                </a:lnTo>
                <a:lnTo>
                  <a:pt x="561479" y="1166698"/>
                </a:lnTo>
                <a:lnTo>
                  <a:pt x="613390" y="1140994"/>
                </a:lnTo>
                <a:lnTo>
                  <a:pt x="656660" y="1109678"/>
                </a:lnTo>
                <a:lnTo>
                  <a:pt x="691281" y="1072750"/>
                </a:lnTo>
                <a:lnTo>
                  <a:pt x="717245" y="1030208"/>
                </a:lnTo>
                <a:lnTo>
                  <a:pt x="734542" y="982052"/>
                </a:lnTo>
                <a:lnTo>
                  <a:pt x="743098" y="941293"/>
                </a:lnTo>
                <a:lnTo>
                  <a:pt x="749192" y="890943"/>
                </a:lnTo>
                <a:lnTo>
                  <a:pt x="752837" y="830991"/>
                </a:lnTo>
                <a:lnTo>
                  <a:pt x="752854" y="830046"/>
                </a:lnTo>
                <a:close/>
              </a:path>
              <a:path extrusionOk="0" h="1224279" w="754379">
                <a:moveTo>
                  <a:pt x="391668" y="0"/>
                </a:moveTo>
                <a:lnTo>
                  <a:pt x="334594" y="1950"/>
                </a:lnTo>
                <a:lnTo>
                  <a:pt x="282267" y="7803"/>
                </a:lnTo>
                <a:lnTo>
                  <a:pt x="234686" y="17556"/>
                </a:lnTo>
                <a:lnTo>
                  <a:pt x="191848" y="31211"/>
                </a:lnTo>
                <a:lnTo>
                  <a:pt x="153648" y="48834"/>
                </a:lnTo>
                <a:lnTo>
                  <a:pt x="120397" y="70223"/>
                </a:lnTo>
                <a:lnTo>
                  <a:pt x="91782" y="95580"/>
                </a:lnTo>
                <a:lnTo>
                  <a:pt x="67440" y="126179"/>
                </a:lnTo>
                <a:lnTo>
                  <a:pt x="46839" y="163351"/>
                </a:lnTo>
                <a:lnTo>
                  <a:pt x="29980" y="207092"/>
                </a:lnTo>
                <a:lnTo>
                  <a:pt x="16866" y="257400"/>
                </a:lnTo>
                <a:lnTo>
                  <a:pt x="7496" y="314273"/>
                </a:lnTo>
                <a:lnTo>
                  <a:pt x="1874" y="377707"/>
                </a:lnTo>
                <a:lnTo>
                  <a:pt x="87" y="444436"/>
                </a:lnTo>
                <a:lnTo>
                  <a:pt x="0" y="447700"/>
                </a:lnTo>
                <a:lnTo>
                  <a:pt x="1755" y="511954"/>
                </a:lnTo>
                <a:lnTo>
                  <a:pt x="7024" y="570234"/>
                </a:lnTo>
                <a:lnTo>
                  <a:pt x="15807" y="622542"/>
                </a:lnTo>
                <a:lnTo>
                  <a:pt x="28105" y="668878"/>
                </a:lnTo>
                <a:lnTo>
                  <a:pt x="43920" y="709245"/>
                </a:lnTo>
                <a:lnTo>
                  <a:pt x="63253" y="743642"/>
                </a:lnTo>
                <a:lnTo>
                  <a:pt x="117708" y="799283"/>
                </a:lnTo>
                <a:lnTo>
                  <a:pt x="155088" y="821549"/>
                </a:lnTo>
                <a:lnTo>
                  <a:pt x="198243" y="838868"/>
                </a:lnTo>
                <a:lnTo>
                  <a:pt x="247592" y="851344"/>
                </a:lnTo>
                <a:lnTo>
                  <a:pt x="247952" y="851344"/>
                </a:lnTo>
                <a:lnTo>
                  <a:pt x="301884" y="858661"/>
                </a:lnTo>
                <a:lnTo>
                  <a:pt x="362369" y="861136"/>
                </a:lnTo>
                <a:lnTo>
                  <a:pt x="418047" y="859196"/>
                </a:lnTo>
                <a:lnTo>
                  <a:pt x="464778" y="853373"/>
                </a:lnTo>
                <a:lnTo>
                  <a:pt x="502561" y="843659"/>
                </a:lnTo>
                <a:lnTo>
                  <a:pt x="531393" y="830046"/>
                </a:lnTo>
                <a:lnTo>
                  <a:pt x="752854" y="830046"/>
                </a:lnTo>
                <a:lnTo>
                  <a:pt x="754049" y="761428"/>
                </a:lnTo>
                <a:lnTo>
                  <a:pt x="754049" y="678116"/>
                </a:lnTo>
                <a:lnTo>
                  <a:pt x="375424" y="678116"/>
                </a:lnTo>
                <a:lnTo>
                  <a:pt x="334279" y="674850"/>
                </a:lnTo>
                <a:lnTo>
                  <a:pt x="273319" y="648707"/>
                </a:lnTo>
                <a:lnTo>
                  <a:pt x="239277" y="594899"/>
                </a:lnTo>
                <a:lnTo>
                  <a:pt x="229127" y="554362"/>
                </a:lnTo>
                <a:lnTo>
                  <a:pt x="223043" y="504208"/>
                </a:lnTo>
                <a:lnTo>
                  <a:pt x="221128" y="447700"/>
                </a:lnTo>
                <a:lnTo>
                  <a:pt x="221018" y="444436"/>
                </a:lnTo>
                <a:lnTo>
                  <a:pt x="223127" y="377707"/>
                </a:lnTo>
                <a:lnTo>
                  <a:pt x="223248" y="373886"/>
                </a:lnTo>
                <a:lnTo>
                  <a:pt x="229944" y="315772"/>
                </a:lnTo>
                <a:lnTo>
                  <a:pt x="241115" y="270118"/>
                </a:lnTo>
                <a:lnTo>
                  <a:pt x="279831" y="213337"/>
                </a:lnTo>
                <a:lnTo>
                  <a:pt x="357029" y="186375"/>
                </a:lnTo>
                <a:lnTo>
                  <a:pt x="411175" y="183007"/>
                </a:lnTo>
                <a:lnTo>
                  <a:pt x="754049" y="183007"/>
                </a:lnTo>
                <a:lnTo>
                  <a:pt x="754049" y="119291"/>
                </a:lnTo>
                <a:lnTo>
                  <a:pt x="741049" y="66181"/>
                </a:lnTo>
                <a:lnTo>
                  <a:pt x="702056" y="37617"/>
                </a:lnTo>
                <a:lnTo>
                  <a:pt x="661833" y="26112"/>
                </a:lnTo>
                <a:lnTo>
                  <a:pt x="617010" y="16705"/>
                </a:lnTo>
                <a:lnTo>
                  <a:pt x="567583" y="9393"/>
                </a:lnTo>
                <a:lnTo>
                  <a:pt x="513552" y="4173"/>
                </a:lnTo>
                <a:lnTo>
                  <a:pt x="454914" y="1042"/>
                </a:lnTo>
                <a:lnTo>
                  <a:pt x="391668" y="0"/>
                </a:lnTo>
                <a:close/>
              </a:path>
              <a:path extrusionOk="0" h="1224279" w="754379">
                <a:moveTo>
                  <a:pt x="754049" y="183007"/>
                </a:moveTo>
                <a:lnTo>
                  <a:pt x="411175" y="183007"/>
                </a:lnTo>
                <a:lnTo>
                  <a:pt x="444369" y="183823"/>
                </a:lnTo>
                <a:lnTo>
                  <a:pt x="473672" y="186375"/>
                </a:lnTo>
                <a:lnTo>
                  <a:pt x="473073" y="186375"/>
                </a:lnTo>
                <a:lnTo>
                  <a:pt x="495546" y="190352"/>
                </a:lnTo>
                <a:lnTo>
                  <a:pt x="513524" y="196062"/>
                </a:lnTo>
                <a:lnTo>
                  <a:pt x="523474" y="202705"/>
                </a:lnTo>
                <a:lnTo>
                  <a:pt x="530591" y="212832"/>
                </a:lnTo>
                <a:lnTo>
                  <a:pt x="534868" y="226427"/>
                </a:lnTo>
                <a:lnTo>
                  <a:pt x="536295" y="243471"/>
                </a:lnTo>
                <a:lnTo>
                  <a:pt x="536295" y="601332"/>
                </a:lnTo>
                <a:lnTo>
                  <a:pt x="529678" y="640300"/>
                </a:lnTo>
                <a:lnTo>
                  <a:pt x="482039" y="666184"/>
                </a:lnTo>
                <a:lnTo>
                  <a:pt x="415442" y="676790"/>
                </a:lnTo>
                <a:lnTo>
                  <a:pt x="375424" y="678116"/>
                </a:lnTo>
                <a:lnTo>
                  <a:pt x="754049" y="678116"/>
                </a:lnTo>
                <a:lnTo>
                  <a:pt x="754049" y="183007"/>
                </a:lnTo>
                <a:close/>
              </a:path>
            </a:pathLst>
          </a:custGeom>
          <a:solidFill>
            <a:srgbClr val="47444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"/>
          <p:cNvSpPr/>
          <p:nvPr/>
        </p:nvSpPr>
        <p:spPr>
          <a:xfrm>
            <a:off x="5810669" y="4424514"/>
            <a:ext cx="1188720" cy="864869"/>
          </a:xfrm>
          <a:custGeom>
            <a:rect b="b" l="l" r="r" t="t"/>
            <a:pathLst>
              <a:path extrusionOk="0" h="864870" w="1188720">
                <a:moveTo>
                  <a:pt x="508711" y="53898"/>
                </a:moveTo>
                <a:lnTo>
                  <a:pt x="492277" y="18402"/>
                </a:lnTo>
                <a:lnTo>
                  <a:pt x="437642" y="4089"/>
                </a:lnTo>
                <a:lnTo>
                  <a:pt x="370611" y="1600"/>
                </a:lnTo>
                <a:lnTo>
                  <a:pt x="326872" y="3086"/>
                </a:lnTo>
                <a:lnTo>
                  <a:pt x="281800" y="7531"/>
                </a:lnTo>
                <a:lnTo>
                  <a:pt x="235419" y="14947"/>
                </a:lnTo>
                <a:lnTo>
                  <a:pt x="187756" y="25298"/>
                </a:lnTo>
                <a:lnTo>
                  <a:pt x="142786" y="37426"/>
                </a:lnTo>
                <a:lnTo>
                  <a:pt x="104635" y="50038"/>
                </a:lnTo>
                <a:lnTo>
                  <a:pt x="48806" y="76822"/>
                </a:lnTo>
                <a:lnTo>
                  <a:pt x="16929" y="107607"/>
                </a:lnTo>
                <a:lnTo>
                  <a:pt x="2654" y="145224"/>
                </a:lnTo>
                <a:lnTo>
                  <a:pt x="0" y="181343"/>
                </a:lnTo>
                <a:lnTo>
                  <a:pt x="0" y="799007"/>
                </a:lnTo>
                <a:lnTo>
                  <a:pt x="2552" y="819048"/>
                </a:lnTo>
                <a:lnTo>
                  <a:pt x="10185" y="833348"/>
                </a:lnTo>
                <a:lnTo>
                  <a:pt x="22885" y="841921"/>
                </a:lnTo>
                <a:lnTo>
                  <a:pt x="40640" y="844778"/>
                </a:lnTo>
                <a:lnTo>
                  <a:pt x="175552" y="844778"/>
                </a:lnTo>
                <a:lnTo>
                  <a:pt x="215176" y="819048"/>
                </a:lnTo>
                <a:lnTo>
                  <a:pt x="217830" y="274523"/>
                </a:lnTo>
                <a:lnTo>
                  <a:pt x="218236" y="260197"/>
                </a:lnTo>
                <a:lnTo>
                  <a:pt x="232422" y="220992"/>
                </a:lnTo>
                <a:lnTo>
                  <a:pt x="270129" y="201510"/>
                </a:lnTo>
                <a:lnTo>
                  <a:pt x="327825" y="190855"/>
                </a:lnTo>
                <a:lnTo>
                  <a:pt x="362445" y="189509"/>
                </a:lnTo>
                <a:lnTo>
                  <a:pt x="370395" y="189611"/>
                </a:lnTo>
                <a:lnTo>
                  <a:pt x="427545" y="191935"/>
                </a:lnTo>
                <a:lnTo>
                  <a:pt x="458343" y="192849"/>
                </a:lnTo>
                <a:lnTo>
                  <a:pt x="494004" y="177177"/>
                </a:lnTo>
                <a:lnTo>
                  <a:pt x="506272" y="117652"/>
                </a:lnTo>
                <a:lnTo>
                  <a:pt x="508101" y="87820"/>
                </a:lnTo>
                <a:lnTo>
                  <a:pt x="508711" y="53898"/>
                </a:lnTo>
                <a:close/>
              </a:path>
              <a:path extrusionOk="0" h="864870" w="1188720">
                <a:moveTo>
                  <a:pt x="1188097" y="284353"/>
                </a:moveTo>
                <a:lnTo>
                  <a:pt x="1185748" y="224409"/>
                </a:lnTo>
                <a:lnTo>
                  <a:pt x="1180922" y="188823"/>
                </a:lnTo>
                <a:lnTo>
                  <a:pt x="1180795" y="187909"/>
                </a:lnTo>
                <a:lnTo>
                  <a:pt x="1178737" y="172707"/>
                </a:lnTo>
                <a:lnTo>
                  <a:pt x="1167028" y="129235"/>
                </a:lnTo>
                <a:lnTo>
                  <a:pt x="1150645" y="93992"/>
                </a:lnTo>
                <a:lnTo>
                  <a:pt x="1103045" y="46507"/>
                </a:lnTo>
                <a:lnTo>
                  <a:pt x="1027226" y="16738"/>
                </a:lnTo>
                <a:lnTo>
                  <a:pt x="977925" y="7442"/>
                </a:lnTo>
                <a:lnTo>
                  <a:pt x="921042" y="1866"/>
                </a:lnTo>
                <a:lnTo>
                  <a:pt x="856564" y="0"/>
                </a:lnTo>
                <a:lnTo>
                  <a:pt x="804113" y="1041"/>
                </a:lnTo>
                <a:lnTo>
                  <a:pt x="754011" y="4178"/>
                </a:lnTo>
                <a:lnTo>
                  <a:pt x="706247" y="9398"/>
                </a:lnTo>
                <a:lnTo>
                  <a:pt x="660679" y="16738"/>
                </a:lnTo>
                <a:lnTo>
                  <a:pt x="617766" y="26111"/>
                </a:lnTo>
                <a:lnTo>
                  <a:pt x="577037" y="37604"/>
                </a:lnTo>
                <a:lnTo>
                  <a:pt x="543521" y="69469"/>
                </a:lnTo>
                <a:lnTo>
                  <a:pt x="541286" y="86652"/>
                </a:lnTo>
                <a:lnTo>
                  <a:pt x="542290" y="103581"/>
                </a:lnTo>
                <a:lnTo>
                  <a:pt x="550405" y="150939"/>
                </a:lnTo>
                <a:lnTo>
                  <a:pt x="562825" y="194957"/>
                </a:lnTo>
                <a:lnTo>
                  <a:pt x="593280" y="212458"/>
                </a:lnTo>
                <a:lnTo>
                  <a:pt x="600087" y="211836"/>
                </a:lnTo>
                <a:lnTo>
                  <a:pt x="613994" y="209969"/>
                </a:lnTo>
                <a:lnTo>
                  <a:pt x="705599" y="196164"/>
                </a:lnTo>
                <a:lnTo>
                  <a:pt x="746848" y="191579"/>
                </a:lnTo>
                <a:lnTo>
                  <a:pt x="786879" y="188823"/>
                </a:lnTo>
                <a:lnTo>
                  <a:pt x="825715" y="187909"/>
                </a:lnTo>
                <a:lnTo>
                  <a:pt x="878801" y="190868"/>
                </a:lnTo>
                <a:lnTo>
                  <a:pt x="919530" y="199745"/>
                </a:lnTo>
                <a:lnTo>
                  <a:pt x="963815" y="235305"/>
                </a:lnTo>
                <a:lnTo>
                  <a:pt x="971461" y="286143"/>
                </a:lnTo>
                <a:lnTo>
                  <a:pt x="971969" y="310464"/>
                </a:lnTo>
                <a:lnTo>
                  <a:pt x="971969" y="351332"/>
                </a:lnTo>
                <a:lnTo>
                  <a:pt x="971969" y="499999"/>
                </a:lnTo>
                <a:lnTo>
                  <a:pt x="971969" y="598068"/>
                </a:lnTo>
                <a:lnTo>
                  <a:pt x="971664" y="616839"/>
                </a:lnTo>
                <a:lnTo>
                  <a:pt x="963726" y="662000"/>
                </a:lnTo>
                <a:lnTo>
                  <a:pt x="918006" y="688314"/>
                </a:lnTo>
                <a:lnTo>
                  <a:pt x="852170" y="698106"/>
                </a:lnTo>
                <a:lnTo>
                  <a:pt x="811034" y="699325"/>
                </a:lnTo>
                <a:lnTo>
                  <a:pt x="778040" y="697649"/>
                </a:lnTo>
                <a:lnTo>
                  <a:pt x="728497" y="684187"/>
                </a:lnTo>
                <a:lnTo>
                  <a:pt x="699858" y="657313"/>
                </a:lnTo>
                <a:lnTo>
                  <a:pt x="686003" y="617715"/>
                </a:lnTo>
                <a:lnTo>
                  <a:pt x="684276" y="593178"/>
                </a:lnTo>
                <a:lnTo>
                  <a:pt x="686206" y="567639"/>
                </a:lnTo>
                <a:lnTo>
                  <a:pt x="701649" y="530034"/>
                </a:lnTo>
                <a:lnTo>
                  <a:pt x="736066" y="507250"/>
                </a:lnTo>
                <a:lnTo>
                  <a:pt x="805116" y="495109"/>
                </a:lnTo>
                <a:lnTo>
                  <a:pt x="802792" y="495109"/>
                </a:lnTo>
                <a:lnTo>
                  <a:pt x="854938" y="493471"/>
                </a:lnTo>
                <a:lnTo>
                  <a:pt x="881748" y="493877"/>
                </a:lnTo>
                <a:lnTo>
                  <a:pt x="910183" y="495109"/>
                </a:lnTo>
                <a:lnTo>
                  <a:pt x="940257" y="497141"/>
                </a:lnTo>
                <a:lnTo>
                  <a:pt x="971969" y="499999"/>
                </a:lnTo>
                <a:lnTo>
                  <a:pt x="971969" y="351332"/>
                </a:lnTo>
                <a:lnTo>
                  <a:pt x="941590" y="348488"/>
                </a:lnTo>
                <a:lnTo>
                  <a:pt x="907338" y="346443"/>
                </a:lnTo>
                <a:lnTo>
                  <a:pt x="869238" y="345211"/>
                </a:lnTo>
                <a:lnTo>
                  <a:pt x="827278" y="344805"/>
                </a:lnTo>
                <a:lnTo>
                  <a:pt x="758126" y="346900"/>
                </a:lnTo>
                <a:lnTo>
                  <a:pt x="697547" y="353161"/>
                </a:lnTo>
                <a:lnTo>
                  <a:pt x="645541" y="363613"/>
                </a:lnTo>
                <a:lnTo>
                  <a:pt x="602107" y="378231"/>
                </a:lnTo>
                <a:lnTo>
                  <a:pt x="567245" y="397027"/>
                </a:lnTo>
                <a:lnTo>
                  <a:pt x="534504" y="424434"/>
                </a:lnTo>
                <a:lnTo>
                  <a:pt x="509028" y="458228"/>
                </a:lnTo>
                <a:lnTo>
                  <a:pt x="490816" y="498436"/>
                </a:lnTo>
                <a:lnTo>
                  <a:pt x="479894" y="545045"/>
                </a:lnTo>
                <a:lnTo>
                  <a:pt x="476250" y="598068"/>
                </a:lnTo>
                <a:lnTo>
                  <a:pt x="480364" y="656831"/>
                </a:lnTo>
                <a:lnTo>
                  <a:pt x="492721" y="708964"/>
                </a:lnTo>
                <a:lnTo>
                  <a:pt x="513295" y="754456"/>
                </a:lnTo>
                <a:lnTo>
                  <a:pt x="542074" y="793280"/>
                </a:lnTo>
                <a:lnTo>
                  <a:pt x="572858" y="818883"/>
                </a:lnTo>
                <a:lnTo>
                  <a:pt x="612559" y="838796"/>
                </a:lnTo>
                <a:lnTo>
                  <a:pt x="661149" y="853008"/>
                </a:lnTo>
                <a:lnTo>
                  <a:pt x="718654" y="861542"/>
                </a:lnTo>
                <a:lnTo>
                  <a:pt x="785075" y="864387"/>
                </a:lnTo>
                <a:lnTo>
                  <a:pt x="827379" y="863511"/>
                </a:lnTo>
                <a:lnTo>
                  <a:pt x="871397" y="860907"/>
                </a:lnTo>
                <a:lnTo>
                  <a:pt x="917155" y="856551"/>
                </a:lnTo>
                <a:lnTo>
                  <a:pt x="964666" y="850480"/>
                </a:lnTo>
                <a:lnTo>
                  <a:pt x="1010094" y="843292"/>
                </a:lnTo>
                <a:lnTo>
                  <a:pt x="1049756" y="835571"/>
                </a:lnTo>
                <a:lnTo>
                  <a:pt x="1111694" y="818616"/>
                </a:lnTo>
                <a:lnTo>
                  <a:pt x="1156423" y="793280"/>
                </a:lnTo>
                <a:lnTo>
                  <a:pt x="1183233" y="749185"/>
                </a:lnTo>
                <a:lnTo>
                  <a:pt x="1188097" y="702589"/>
                </a:lnTo>
                <a:lnTo>
                  <a:pt x="1188097" y="699325"/>
                </a:lnTo>
                <a:lnTo>
                  <a:pt x="1188097" y="493471"/>
                </a:lnTo>
                <a:lnTo>
                  <a:pt x="1188097" y="351332"/>
                </a:lnTo>
                <a:lnTo>
                  <a:pt x="1188097" y="284353"/>
                </a:lnTo>
                <a:close/>
              </a:path>
            </a:pathLst>
          </a:custGeom>
          <a:solidFill>
            <a:srgbClr val="47444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"/>
          <p:cNvSpPr/>
          <p:nvPr/>
        </p:nvSpPr>
        <p:spPr>
          <a:xfrm>
            <a:off x="7133667" y="4426111"/>
            <a:ext cx="733425" cy="843280"/>
          </a:xfrm>
          <a:custGeom>
            <a:rect b="b" l="l" r="r" t="t"/>
            <a:pathLst>
              <a:path extrusionOk="0" h="843279" w="733425">
                <a:moveTo>
                  <a:pt x="477850" y="0"/>
                </a:moveTo>
                <a:lnTo>
                  <a:pt x="424785" y="1179"/>
                </a:lnTo>
                <a:lnTo>
                  <a:pt x="369569" y="4713"/>
                </a:lnTo>
                <a:lnTo>
                  <a:pt x="312211" y="10592"/>
                </a:lnTo>
                <a:lnTo>
                  <a:pt x="252717" y="18808"/>
                </a:lnTo>
                <a:lnTo>
                  <a:pt x="195208" y="28962"/>
                </a:lnTo>
                <a:lnTo>
                  <a:pt x="143670" y="40660"/>
                </a:lnTo>
                <a:lnTo>
                  <a:pt x="98106" y="53904"/>
                </a:lnTo>
                <a:lnTo>
                  <a:pt x="58521" y="68694"/>
                </a:lnTo>
                <a:lnTo>
                  <a:pt x="14630" y="105421"/>
                </a:lnTo>
                <a:lnTo>
                  <a:pt x="0" y="169951"/>
                </a:lnTo>
                <a:lnTo>
                  <a:pt x="0" y="797407"/>
                </a:lnTo>
                <a:lnTo>
                  <a:pt x="2547" y="817444"/>
                </a:lnTo>
                <a:lnTo>
                  <a:pt x="10180" y="831746"/>
                </a:lnTo>
                <a:lnTo>
                  <a:pt x="22883" y="840321"/>
                </a:lnTo>
                <a:lnTo>
                  <a:pt x="40639" y="843178"/>
                </a:lnTo>
                <a:lnTo>
                  <a:pt x="175552" y="843178"/>
                </a:lnTo>
                <a:lnTo>
                  <a:pt x="215180" y="817444"/>
                </a:lnTo>
                <a:lnTo>
                  <a:pt x="217830" y="264769"/>
                </a:lnTo>
                <a:lnTo>
                  <a:pt x="218530" y="251154"/>
                </a:lnTo>
                <a:lnTo>
                  <a:pt x="240952" y="214504"/>
                </a:lnTo>
                <a:lnTo>
                  <a:pt x="287168" y="196641"/>
                </a:lnTo>
                <a:lnTo>
                  <a:pt x="357873" y="185983"/>
                </a:lnTo>
                <a:lnTo>
                  <a:pt x="401459" y="184645"/>
                </a:lnTo>
                <a:lnTo>
                  <a:pt x="442814" y="187614"/>
                </a:lnTo>
                <a:lnTo>
                  <a:pt x="495621" y="211327"/>
                </a:lnTo>
                <a:lnTo>
                  <a:pt x="513187" y="264312"/>
                </a:lnTo>
                <a:lnTo>
                  <a:pt x="515226" y="312089"/>
                </a:lnTo>
                <a:lnTo>
                  <a:pt x="515226" y="797407"/>
                </a:lnTo>
                <a:lnTo>
                  <a:pt x="517763" y="817444"/>
                </a:lnTo>
                <a:lnTo>
                  <a:pt x="525379" y="831746"/>
                </a:lnTo>
                <a:lnTo>
                  <a:pt x="538082" y="840321"/>
                </a:lnTo>
                <a:lnTo>
                  <a:pt x="555878" y="843178"/>
                </a:lnTo>
                <a:lnTo>
                  <a:pt x="692340" y="843178"/>
                </a:lnTo>
                <a:lnTo>
                  <a:pt x="710129" y="840321"/>
                </a:lnTo>
                <a:lnTo>
                  <a:pt x="722828" y="831746"/>
                </a:lnTo>
                <a:lnTo>
                  <a:pt x="730443" y="817444"/>
                </a:lnTo>
                <a:lnTo>
                  <a:pt x="732980" y="797407"/>
                </a:lnTo>
                <a:lnTo>
                  <a:pt x="732980" y="263131"/>
                </a:lnTo>
                <a:lnTo>
                  <a:pt x="731962" y="210819"/>
                </a:lnTo>
                <a:lnTo>
                  <a:pt x="728911" y="166701"/>
                </a:lnTo>
                <a:lnTo>
                  <a:pt x="716737" y="102971"/>
                </a:lnTo>
                <a:lnTo>
                  <a:pt x="688530" y="57448"/>
                </a:lnTo>
                <a:lnTo>
                  <a:pt x="642835" y="25336"/>
                </a:lnTo>
                <a:lnTo>
                  <a:pt x="574330" y="6343"/>
                </a:lnTo>
                <a:lnTo>
                  <a:pt x="529594" y="1587"/>
                </a:lnTo>
                <a:lnTo>
                  <a:pt x="477850" y="0"/>
                </a:lnTo>
                <a:close/>
              </a:path>
            </a:pathLst>
          </a:custGeom>
          <a:solidFill>
            <a:srgbClr val="47444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"/>
          <p:cNvSpPr/>
          <p:nvPr/>
        </p:nvSpPr>
        <p:spPr>
          <a:xfrm>
            <a:off x="7964196" y="4424544"/>
            <a:ext cx="728345" cy="864869"/>
          </a:xfrm>
          <a:custGeom>
            <a:rect b="b" l="l" r="r" t="t"/>
            <a:pathLst>
              <a:path extrusionOk="0" h="864870" w="728345">
                <a:moveTo>
                  <a:pt x="391680" y="0"/>
                </a:moveTo>
                <a:lnTo>
                  <a:pt x="336684" y="2098"/>
                </a:lnTo>
                <a:lnTo>
                  <a:pt x="285933" y="8395"/>
                </a:lnTo>
                <a:lnTo>
                  <a:pt x="239428" y="18892"/>
                </a:lnTo>
                <a:lnTo>
                  <a:pt x="196916" y="33716"/>
                </a:lnTo>
                <a:lnTo>
                  <a:pt x="159164" y="52488"/>
                </a:lnTo>
                <a:lnTo>
                  <a:pt x="125410" y="75589"/>
                </a:lnTo>
                <a:lnTo>
                  <a:pt x="95910" y="102895"/>
                </a:lnTo>
                <a:lnTo>
                  <a:pt x="70455" y="134905"/>
                </a:lnTo>
                <a:lnTo>
                  <a:pt x="48920" y="172121"/>
                </a:lnTo>
                <a:lnTo>
                  <a:pt x="31305" y="214541"/>
                </a:lnTo>
                <a:lnTo>
                  <a:pt x="17606" y="262168"/>
                </a:lnTo>
                <a:lnTo>
                  <a:pt x="7824" y="315000"/>
                </a:lnTo>
                <a:lnTo>
                  <a:pt x="1955" y="373038"/>
                </a:lnTo>
                <a:lnTo>
                  <a:pt x="53" y="434568"/>
                </a:lnTo>
                <a:lnTo>
                  <a:pt x="0" y="436283"/>
                </a:lnTo>
                <a:lnTo>
                  <a:pt x="1681" y="492789"/>
                </a:lnTo>
                <a:lnTo>
                  <a:pt x="7367" y="554979"/>
                </a:lnTo>
                <a:lnTo>
                  <a:pt x="16576" y="606731"/>
                </a:lnTo>
                <a:lnTo>
                  <a:pt x="29467" y="653417"/>
                </a:lnTo>
                <a:lnTo>
                  <a:pt x="46041" y="695035"/>
                </a:lnTo>
                <a:lnTo>
                  <a:pt x="66296" y="731586"/>
                </a:lnTo>
                <a:lnTo>
                  <a:pt x="90233" y="763066"/>
                </a:lnTo>
                <a:lnTo>
                  <a:pt x="118585" y="789937"/>
                </a:lnTo>
                <a:lnTo>
                  <a:pt x="152151" y="812671"/>
                </a:lnTo>
                <a:lnTo>
                  <a:pt x="190932" y="831269"/>
                </a:lnTo>
                <a:lnTo>
                  <a:pt x="234928" y="845732"/>
                </a:lnTo>
                <a:lnTo>
                  <a:pt x="284139" y="856061"/>
                </a:lnTo>
                <a:lnTo>
                  <a:pt x="338566" y="862258"/>
                </a:lnTo>
                <a:lnTo>
                  <a:pt x="398208" y="864323"/>
                </a:lnTo>
                <a:lnTo>
                  <a:pt x="458060" y="863144"/>
                </a:lnTo>
                <a:lnTo>
                  <a:pt x="513039" y="859608"/>
                </a:lnTo>
                <a:lnTo>
                  <a:pt x="563143" y="853714"/>
                </a:lnTo>
                <a:lnTo>
                  <a:pt x="608370" y="845463"/>
                </a:lnTo>
                <a:lnTo>
                  <a:pt x="648719" y="834856"/>
                </a:lnTo>
                <a:lnTo>
                  <a:pt x="695568" y="815044"/>
                </a:lnTo>
                <a:lnTo>
                  <a:pt x="710222" y="781011"/>
                </a:lnTo>
                <a:lnTo>
                  <a:pt x="709101" y="757135"/>
                </a:lnTo>
                <a:lnTo>
                  <a:pt x="705745" y="732834"/>
                </a:lnTo>
                <a:lnTo>
                  <a:pt x="700160" y="708124"/>
                </a:lnTo>
                <a:lnTo>
                  <a:pt x="692353" y="683018"/>
                </a:lnTo>
                <a:lnTo>
                  <a:pt x="424167" y="683018"/>
                </a:lnTo>
                <a:lnTo>
                  <a:pt x="376340" y="680661"/>
                </a:lnTo>
                <a:lnTo>
                  <a:pt x="335211" y="673596"/>
                </a:lnTo>
                <a:lnTo>
                  <a:pt x="273011" y="645401"/>
                </a:lnTo>
                <a:lnTo>
                  <a:pt x="236056" y="589832"/>
                </a:lnTo>
                <a:lnTo>
                  <a:pt x="226411" y="548571"/>
                </a:lnTo>
                <a:lnTo>
                  <a:pt x="222656" y="498297"/>
                </a:lnTo>
                <a:lnTo>
                  <a:pt x="672845" y="498297"/>
                </a:lnTo>
                <a:lnTo>
                  <a:pt x="684315" y="497685"/>
                </a:lnTo>
                <a:lnTo>
                  <a:pt x="723614" y="469318"/>
                </a:lnTo>
                <a:lnTo>
                  <a:pt x="728090" y="434568"/>
                </a:lnTo>
                <a:lnTo>
                  <a:pt x="727786" y="391107"/>
                </a:lnTo>
                <a:lnTo>
                  <a:pt x="726870" y="352110"/>
                </a:lnTo>
                <a:lnTo>
                  <a:pt x="726471" y="343103"/>
                </a:lnTo>
                <a:lnTo>
                  <a:pt x="273710" y="343103"/>
                </a:lnTo>
                <a:lnTo>
                  <a:pt x="255049" y="338998"/>
                </a:lnTo>
                <a:lnTo>
                  <a:pt x="240295" y="327979"/>
                </a:lnTo>
                <a:lnTo>
                  <a:pt x="231366" y="312089"/>
                </a:lnTo>
                <a:lnTo>
                  <a:pt x="229958" y="292976"/>
                </a:lnTo>
                <a:lnTo>
                  <a:pt x="235242" y="267219"/>
                </a:lnTo>
                <a:lnTo>
                  <a:pt x="252315" y="224469"/>
                </a:lnTo>
                <a:lnTo>
                  <a:pt x="285263" y="188172"/>
                </a:lnTo>
                <a:lnTo>
                  <a:pt x="344977" y="166114"/>
                </a:lnTo>
                <a:lnTo>
                  <a:pt x="383514" y="163360"/>
                </a:lnTo>
                <a:lnTo>
                  <a:pt x="697011" y="163360"/>
                </a:lnTo>
                <a:lnTo>
                  <a:pt x="689309" y="141870"/>
                </a:lnTo>
                <a:lnTo>
                  <a:pt x="662497" y="94893"/>
                </a:lnTo>
                <a:lnTo>
                  <a:pt x="626772" y="61085"/>
                </a:lnTo>
                <a:lnTo>
                  <a:pt x="577611" y="33716"/>
                </a:lnTo>
                <a:lnTo>
                  <a:pt x="514194" y="12360"/>
                </a:lnTo>
                <a:lnTo>
                  <a:pt x="436177" y="1370"/>
                </a:lnTo>
                <a:lnTo>
                  <a:pt x="391680" y="0"/>
                </a:lnTo>
                <a:close/>
              </a:path>
              <a:path extrusionOk="0" h="864870" w="728345">
                <a:moveTo>
                  <a:pt x="654964" y="656831"/>
                </a:moveTo>
                <a:lnTo>
                  <a:pt x="647025" y="657340"/>
                </a:lnTo>
                <a:lnTo>
                  <a:pt x="636258" y="658869"/>
                </a:lnTo>
                <a:lnTo>
                  <a:pt x="622665" y="661417"/>
                </a:lnTo>
                <a:lnTo>
                  <a:pt x="606247" y="664984"/>
                </a:lnTo>
                <a:lnTo>
                  <a:pt x="566799" y="672854"/>
                </a:lnTo>
                <a:lnTo>
                  <a:pt x="523303" y="678492"/>
                </a:lnTo>
                <a:lnTo>
                  <a:pt x="475759" y="681885"/>
                </a:lnTo>
                <a:lnTo>
                  <a:pt x="424167" y="683018"/>
                </a:lnTo>
                <a:lnTo>
                  <a:pt x="692353" y="683018"/>
                </a:lnTo>
                <a:lnTo>
                  <a:pt x="686346" y="671549"/>
                </a:lnTo>
                <a:lnTo>
                  <a:pt x="678116" y="663367"/>
                </a:lnTo>
                <a:lnTo>
                  <a:pt x="667657" y="658463"/>
                </a:lnTo>
                <a:lnTo>
                  <a:pt x="654964" y="656831"/>
                </a:lnTo>
                <a:close/>
              </a:path>
              <a:path extrusionOk="0" h="864870" w="728345">
                <a:moveTo>
                  <a:pt x="697011" y="163360"/>
                </a:moveTo>
                <a:lnTo>
                  <a:pt x="383514" y="163360"/>
                </a:lnTo>
                <a:lnTo>
                  <a:pt x="420902" y="165604"/>
                </a:lnTo>
                <a:lnTo>
                  <a:pt x="451807" y="172343"/>
                </a:lnTo>
                <a:lnTo>
                  <a:pt x="494106" y="199339"/>
                </a:lnTo>
                <a:lnTo>
                  <a:pt x="515993" y="245484"/>
                </a:lnTo>
                <a:lnTo>
                  <a:pt x="523316" y="312089"/>
                </a:lnTo>
                <a:lnTo>
                  <a:pt x="523215" y="322600"/>
                </a:lnTo>
                <a:lnTo>
                  <a:pt x="523027" y="327979"/>
                </a:lnTo>
                <a:lnTo>
                  <a:pt x="522912" y="331273"/>
                </a:lnTo>
                <a:lnTo>
                  <a:pt x="522405" y="338107"/>
                </a:lnTo>
                <a:lnTo>
                  <a:pt x="521690" y="343103"/>
                </a:lnTo>
                <a:lnTo>
                  <a:pt x="726471" y="343103"/>
                </a:lnTo>
                <a:lnTo>
                  <a:pt x="723201" y="287540"/>
                </a:lnTo>
                <a:lnTo>
                  <a:pt x="714867" y="230563"/>
                </a:lnTo>
                <a:lnTo>
                  <a:pt x="699655" y="170738"/>
                </a:lnTo>
                <a:lnTo>
                  <a:pt x="697011" y="163360"/>
                </a:lnTo>
                <a:close/>
              </a:path>
            </a:pathLst>
          </a:custGeom>
          <a:solidFill>
            <a:srgbClr val="47444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"/>
          <p:cNvSpPr/>
          <p:nvPr/>
        </p:nvSpPr>
        <p:spPr>
          <a:xfrm>
            <a:off x="8784926" y="4045450"/>
            <a:ext cx="361315" cy="1230630"/>
          </a:xfrm>
          <a:custGeom>
            <a:rect b="b" l="l" r="r" t="t"/>
            <a:pathLst>
              <a:path extrusionOk="0" h="1230629" w="361315">
                <a:moveTo>
                  <a:pt x="178816" y="0"/>
                </a:moveTo>
                <a:lnTo>
                  <a:pt x="42278" y="0"/>
                </a:lnTo>
                <a:lnTo>
                  <a:pt x="23799" y="2855"/>
                </a:lnTo>
                <a:lnTo>
                  <a:pt x="10585" y="11422"/>
                </a:lnTo>
                <a:lnTo>
                  <a:pt x="2648" y="25701"/>
                </a:lnTo>
                <a:lnTo>
                  <a:pt x="0" y="45694"/>
                </a:lnTo>
                <a:lnTo>
                  <a:pt x="0" y="942809"/>
                </a:lnTo>
                <a:lnTo>
                  <a:pt x="2240" y="1004269"/>
                </a:lnTo>
                <a:lnTo>
                  <a:pt x="8955" y="1056346"/>
                </a:lnTo>
                <a:lnTo>
                  <a:pt x="20129" y="1099038"/>
                </a:lnTo>
                <a:lnTo>
                  <a:pt x="53685" y="1155966"/>
                </a:lnTo>
                <a:lnTo>
                  <a:pt x="99610" y="1193152"/>
                </a:lnTo>
                <a:lnTo>
                  <a:pt x="160559" y="1217061"/>
                </a:lnTo>
                <a:lnTo>
                  <a:pt x="200113" y="1224441"/>
                </a:lnTo>
                <a:lnTo>
                  <a:pt x="246268" y="1228865"/>
                </a:lnTo>
                <a:lnTo>
                  <a:pt x="299034" y="1230337"/>
                </a:lnTo>
                <a:lnTo>
                  <a:pt x="320189" y="1227992"/>
                </a:lnTo>
                <a:lnTo>
                  <a:pt x="354291" y="1192809"/>
                </a:lnTo>
                <a:lnTo>
                  <a:pt x="359184" y="1154784"/>
                </a:lnTo>
                <a:lnTo>
                  <a:pt x="360819" y="1106157"/>
                </a:lnTo>
                <a:lnTo>
                  <a:pt x="358587" y="1089431"/>
                </a:lnTo>
                <a:lnTo>
                  <a:pt x="351888" y="1076783"/>
                </a:lnTo>
                <a:lnTo>
                  <a:pt x="340717" y="1068215"/>
                </a:lnTo>
                <a:lnTo>
                  <a:pt x="325069" y="1063726"/>
                </a:lnTo>
                <a:lnTo>
                  <a:pt x="291253" y="1055761"/>
                </a:lnTo>
                <a:lnTo>
                  <a:pt x="264531" y="1044924"/>
                </a:lnTo>
                <a:lnTo>
                  <a:pt x="232435" y="1014691"/>
                </a:lnTo>
                <a:lnTo>
                  <a:pt x="221461" y="974248"/>
                </a:lnTo>
                <a:lnTo>
                  <a:pt x="217830" y="914984"/>
                </a:lnTo>
                <a:lnTo>
                  <a:pt x="217830" y="45694"/>
                </a:lnTo>
                <a:lnTo>
                  <a:pt x="217318" y="34326"/>
                </a:lnTo>
                <a:lnTo>
                  <a:pt x="189263" y="656"/>
                </a:lnTo>
                <a:lnTo>
                  <a:pt x="178816" y="0"/>
                </a:lnTo>
                <a:close/>
              </a:path>
            </a:pathLst>
          </a:custGeom>
          <a:solidFill>
            <a:srgbClr val="47444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"/>
          <p:cNvSpPr/>
          <p:nvPr/>
        </p:nvSpPr>
        <p:spPr>
          <a:xfrm>
            <a:off x="3402197" y="4443295"/>
            <a:ext cx="819785" cy="823594"/>
          </a:xfrm>
          <a:custGeom>
            <a:rect b="b" l="l" r="r" t="t"/>
            <a:pathLst>
              <a:path extrusionOk="0" h="823595" w="819785">
                <a:moveTo>
                  <a:pt x="477774" y="0"/>
                </a:moveTo>
                <a:lnTo>
                  <a:pt x="343179" y="0"/>
                </a:lnTo>
                <a:lnTo>
                  <a:pt x="324656" y="2981"/>
                </a:lnTo>
                <a:lnTo>
                  <a:pt x="311419" y="11906"/>
                </a:lnTo>
                <a:lnTo>
                  <a:pt x="303474" y="26746"/>
                </a:lnTo>
                <a:lnTo>
                  <a:pt x="300824" y="47472"/>
                </a:lnTo>
                <a:lnTo>
                  <a:pt x="300824" y="302374"/>
                </a:lnTo>
                <a:lnTo>
                  <a:pt x="45618" y="302374"/>
                </a:lnTo>
                <a:lnTo>
                  <a:pt x="25733" y="304924"/>
                </a:lnTo>
                <a:lnTo>
                  <a:pt x="11469" y="312575"/>
                </a:lnTo>
                <a:lnTo>
                  <a:pt x="2875" y="325327"/>
                </a:lnTo>
                <a:lnTo>
                  <a:pt x="0" y="343179"/>
                </a:lnTo>
                <a:lnTo>
                  <a:pt x="0" y="478866"/>
                </a:lnTo>
                <a:lnTo>
                  <a:pt x="2965" y="497381"/>
                </a:lnTo>
                <a:lnTo>
                  <a:pt x="11839" y="510614"/>
                </a:lnTo>
                <a:lnTo>
                  <a:pt x="26585" y="518558"/>
                </a:lnTo>
                <a:lnTo>
                  <a:pt x="47167" y="521208"/>
                </a:lnTo>
                <a:lnTo>
                  <a:pt x="300824" y="521208"/>
                </a:lnTo>
                <a:lnTo>
                  <a:pt x="300824" y="777900"/>
                </a:lnTo>
                <a:lnTo>
                  <a:pt x="303371" y="797823"/>
                </a:lnTo>
                <a:lnTo>
                  <a:pt x="310996" y="812111"/>
                </a:lnTo>
                <a:lnTo>
                  <a:pt x="323675" y="820716"/>
                </a:lnTo>
                <a:lnTo>
                  <a:pt x="341388" y="823595"/>
                </a:lnTo>
                <a:lnTo>
                  <a:pt x="476300" y="823595"/>
                </a:lnTo>
                <a:lnTo>
                  <a:pt x="494804" y="820716"/>
                </a:lnTo>
                <a:lnTo>
                  <a:pt x="508011" y="812111"/>
                </a:lnTo>
                <a:lnTo>
                  <a:pt x="515928" y="797823"/>
                </a:lnTo>
                <a:lnTo>
                  <a:pt x="518566" y="777900"/>
                </a:lnTo>
                <a:lnTo>
                  <a:pt x="518566" y="521208"/>
                </a:lnTo>
                <a:lnTo>
                  <a:pt x="773772" y="521208"/>
                </a:lnTo>
                <a:lnTo>
                  <a:pt x="793622" y="518659"/>
                </a:lnTo>
                <a:lnTo>
                  <a:pt x="807807" y="511013"/>
                </a:lnTo>
                <a:lnTo>
                  <a:pt x="816322" y="498265"/>
                </a:lnTo>
                <a:lnTo>
                  <a:pt x="819162" y="480415"/>
                </a:lnTo>
                <a:lnTo>
                  <a:pt x="819162" y="344728"/>
                </a:lnTo>
                <a:lnTo>
                  <a:pt x="816322" y="326211"/>
                </a:lnTo>
                <a:lnTo>
                  <a:pt x="807807" y="312974"/>
                </a:lnTo>
                <a:lnTo>
                  <a:pt x="793622" y="305025"/>
                </a:lnTo>
                <a:lnTo>
                  <a:pt x="773772" y="302374"/>
                </a:lnTo>
                <a:lnTo>
                  <a:pt x="518566" y="302374"/>
                </a:lnTo>
                <a:lnTo>
                  <a:pt x="518566" y="45694"/>
                </a:lnTo>
                <a:lnTo>
                  <a:pt x="516016" y="25669"/>
                </a:lnTo>
                <a:lnTo>
                  <a:pt x="508366" y="11393"/>
                </a:lnTo>
                <a:lnTo>
                  <a:pt x="495618" y="2844"/>
                </a:lnTo>
                <a:lnTo>
                  <a:pt x="477774" y="0"/>
                </a:lnTo>
                <a:close/>
              </a:path>
            </a:pathLst>
          </a:custGeom>
          <a:solidFill>
            <a:srgbClr val="F6892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>
            <p:ph type="title"/>
          </p:nvPr>
        </p:nvSpPr>
        <p:spPr>
          <a:xfrm>
            <a:off x="2609098" y="-12"/>
            <a:ext cx="44247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52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Campanhas no Ponto de Venda</a:t>
            </a:r>
            <a:endParaRPr/>
          </a:p>
        </p:txBody>
      </p:sp>
      <p:sp>
        <p:nvSpPr>
          <p:cNvPr id="69" name="Google Shape;69;p2"/>
          <p:cNvSpPr txBox="1"/>
          <p:nvPr/>
        </p:nvSpPr>
        <p:spPr>
          <a:xfrm>
            <a:off x="2360375" y="1914300"/>
            <a:ext cx="5324400" cy="14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Evento de Degustação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: Organizar uma degustação do produto na loja, permitindo que os clientes experimentem antes de comprar.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Promoção de Lançamento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: Oferecer um desconto especial para os primeiros compradores ou um brinde com a compra do produto.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1411541" y="699629"/>
            <a:ext cx="885825" cy="601980"/>
          </a:xfrm>
          <a:custGeom>
            <a:rect b="b" l="l" r="r" t="t"/>
            <a:pathLst>
              <a:path extrusionOk="0" h="601980" w="885825">
                <a:moveTo>
                  <a:pt x="421690" y="447852"/>
                </a:moveTo>
                <a:lnTo>
                  <a:pt x="350481" y="375958"/>
                </a:lnTo>
                <a:lnTo>
                  <a:pt x="350481" y="447852"/>
                </a:lnTo>
                <a:lnTo>
                  <a:pt x="282079" y="516940"/>
                </a:lnTo>
                <a:lnTo>
                  <a:pt x="244525" y="542112"/>
                </a:lnTo>
                <a:lnTo>
                  <a:pt x="201764" y="550506"/>
                </a:lnTo>
                <a:lnTo>
                  <a:pt x="159004" y="542112"/>
                </a:lnTo>
                <a:lnTo>
                  <a:pt x="121450" y="516940"/>
                </a:lnTo>
                <a:lnTo>
                  <a:pt x="71069" y="466077"/>
                </a:lnTo>
                <a:lnTo>
                  <a:pt x="65481" y="457555"/>
                </a:lnTo>
                <a:lnTo>
                  <a:pt x="63614" y="447852"/>
                </a:lnTo>
                <a:lnTo>
                  <a:pt x="65481" y="438162"/>
                </a:lnTo>
                <a:lnTo>
                  <a:pt x="71069" y="429628"/>
                </a:lnTo>
                <a:lnTo>
                  <a:pt x="121450" y="378764"/>
                </a:lnTo>
                <a:lnTo>
                  <a:pt x="159029" y="353580"/>
                </a:lnTo>
                <a:lnTo>
                  <a:pt x="201764" y="345186"/>
                </a:lnTo>
                <a:lnTo>
                  <a:pt x="244500" y="353580"/>
                </a:lnTo>
                <a:lnTo>
                  <a:pt x="282079" y="378764"/>
                </a:lnTo>
                <a:lnTo>
                  <a:pt x="350481" y="447852"/>
                </a:lnTo>
                <a:lnTo>
                  <a:pt x="350481" y="375958"/>
                </a:lnTo>
                <a:lnTo>
                  <a:pt x="320014" y="345186"/>
                </a:lnTo>
                <a:lnTo>
                  <a:pt x="317665" y="342811"/>
                </a:lnTo>
                <a:lnTo>
                  <a:pt x="305460" y="331647"/>
                </a:lnTo>
                <a:lnTo>
                  <a:pt x="263448" y="306438"/>
                </a:lnTo>
                <a:lnTo>
                  <a:pt x="217614" y="295084"/>
                </a:lnTo>
                <a:lnTo>
                  <a:pt x="201764" y="294322"/>
                </a:lnTo>
                <a:lnTo>
                  <a:pt x="185915" y="295084"/>
                </a:lnTo>
                <a:lnTo>
                  <a:pt x="140081" y="306438"/>
                </a:lnTo>
                <a:lnTo>
                  <a:pt x="98069" y="331647"/>
                </a:lnTo>
                <a:lnTo>
                  <a:pt x="12827" y="416560"/>
                </a:lnTo>
                <a:lnTo>
                  <a:pt x="0" y="447852"/>
                </a:lnTo>
                <a:lnTo>
                  <a:pt x="3200" y="464515"/>
                </a:lnTo>
                <a:lnTo>
                  <a:pt x="85864" y="552894"/>
                </a:lnTo>
                <a:lnTo>
                  <a:pt x="125222" y="582282"/>
                </a:lnTo>
                <a:lnTo>
                  <a:pt x="170319" y="598335"/>
                </a:lnTo>
                <a:lnTo>
                  <a:pt x="201764" y="601383"/>
                </a:lnTo>
                <a:lnTo>
                  <a:pt x="217614" y="600621"/>
                </a:lnTo>
                <a:lnTo>
                  <a:pt x="263448" y="589267"/>
                </a:lnTo>
                <a:lnTo>
                  <a:pt x="305460" y="564070"/>
                </a:lnTo>
                <a:lnTo>
                  <a:pt x="320040" y="550506"/>
                </a:lnTo>
                <a:lnTo>
                  <a:pt x="421690" y="447852"/>
                </a:lnTo>
                <a:close/>
              </a:path>
              <a:path extrusionOk="0" h="601980" w="885825">
                <a:moveTo>
                  <a:pt x="594702" y="204546"/>
                </a:moveTo>
                <a:lnTo>
                  <a:pt x="587933" y="157340"/>
                </a:lnTo>
                <a:lnTo>
                  <a:pt x="567461" y="113068"/>
                </a:lnTo>
                <a:lnTo>
                  <a:pt x="544309" y="85077"/>
                </a:lnTo>
                <a:lnTo>
                  <a:pt x="544309" y="204546"/>
                </a:lnTo>
                <a:lnTo>
                  <a:pt x="536003" y="247713"/>
                </a:lnTo>
                <a:lnTo>
                  <a:pt x="511098" y="285648"/>
                </a:lnTo>
                <a:lnTo>
                  <a:pt x="442696" y="354736"/>
                </a:lnTo>
                <a:lnTo>
                  <a:pt x="374294" y="285648"/>
                </a:lnTo>
                <a:lnTo>
                  <a:pt x="349389" y="247713"/>
                </a:lnTo>
                <a:lnTo>
                  <a:pt x="341083" y="204546"/>
                </a:lnTo>
                <a:lnTo>
                  <a:pt x="349389" y="161353"/>
                </a:lnTo>
                <a:lnTo>
                  <a:pt x="374294" y="123431"/>
                </a:lnTo>
                <a:lnTo>
                  <a:pt x="423633" y="73609"/>
                </a:lnTo>
                <a:lnTo>
                  <a:pt x="432549" y="67627"/>
                </a:lnTo>
                <a:lnTo>
                  <a:pt x="442696" y="65620"/>
                </a:lnTo>
                <a:lnTo>
                  <a:pt x="452843" y="67627"/>
                </a:lnTo>
                <a:lnTo>
                  <a:pt x="461759" y="73609"/>
                </a:lnTo>
                <a:lnTo>
                  <a:pt x="511098" y="123431"/>
                </a:lnTo>
                <a:lnTo>
                  <a:pt x="536003" y="161353"/>
                </a:lnTo>
                <a:lnTo>
                  <a:pt x="544309" y="204546"/>
                </a:lnTo>
                <a:lnTo>
                  <a:pt x="544309" y="85077"/>
                </a:lnTo>
                <a:lnTo>
                  <a:pt x="525068" y="65620"/>
                </a:lnTo>
                <a:lnTo>
                  <a:pt x="472389" y="12420"/>
                </a:lnTo>
                <a:lnTo>
                  <a:pt x="458495" y="3098"/>
                </a:lnTo>
                <a:lnTo>
                  <a:pt x="442696" y="0"/>
                </a:lnTo>
                <a:lnTo>
                  <a:pt x="426897" y="3098"/>
                </a:lnTo>
                <a:lnTo>
                  <a:pt x="338696" y="87477"/>
                </a:lnTo>
                <a:lnTo>
                  <a:pt x="309600" y="127241"/>
                </a:lnTo>
                <a:lnTo>
                  <a:pt x="293700" y="172783"/>
                </a:lnTo>
                <a:lnTo>
                  <a:pt x="290690" y="204546"/>
                </a:lnTo>
                <a:lnTo>
                  <a:pt x="291439" y="220548"/>
                </a:lnTo>
                <a:lnTo>
                  <a:pt x="302691" y="266827"/>
                </a:lnTo>
                <a:lnTo>
                  <a:pt x="327621" y="309270"/>
                </a:lnTo>
                <a:lnTo>
                  <a:pt x="442696" y="426631"/>
                </a:lnTo>
                <a:lnTo>
                  <a:pt x="513892" y="354736"/>
                </a:lnTo>
                <a:lnTo>
                  <a:pt x="546696" y="321614"/>
                </a:lnTo>
                <a:lnTo>
                  <a:pt x="575792" y="281825"/>
                </a:lnTo>
                <a:lnTo>
                  <a:pt x="591693" y="236308"/>
                </a:lnTo>
                <a:lnTo>
                  <a:pt x="593953" y="220548"/>
                </a:lnTo>
                <a:lnTo>
                  <a:pt x="594702" y="204546"/>
                </a:lnTo>
                <a:close/>
              </a:path>
              <a:path extrusionOk="0" h="601980" w="885825">
                <a:moveTo>
                  <a:pt x="885825" y="447865"/>
                </a:moveTo>
                <a:lnTo>
                  <a:pt x="882700" y="431622"/>
                </a:lnTo>
                <a:lnTo>
                  <a:pt x="873328" y="417347"/>
                </a:lnTo>
                <a:lnTo>
                  <a:pt x="816889" y="360362"/>
                </a:lnTo>
                <a:lnTo>
                  <a:pt x="816889" y="447865"/>
                </a:lnTo>
                <a:lnTo>
                  <a:pt x="814158" y="462026"/>
                </a:lnTo>
                <a:lnTo>
                  <a:pt x="763930" y="516940"/>
                </a:lnTo>
                <a:lnTo>
                  <a:pt x="727138" y="541820"/>
                </a:lnTo>
                <a:lnTo>
                  <a:pt x="683628" y="550481"/>
                </a:lnTo>
                <a:lnTo>
                  <a:pt x="661276" y="548284"/>
                </a:lnTo>
                <a:lnTo>
                  <a:pt x="640118" y="541820"/>
                </a:lnTo>
                <a:lnTo>
                  <a:pt x="620623" y="531304"/>
                </a:lnTo>
                <a:lnTo>
                  <a:pt x="603313" y="516940"/>
                </a:lnTo>
                <a:lnTo>
                  <a:pt x="534911" y="447865"/>
                </a:lnTo>
                <a:lnTo>
                  <a:pt x="603313" y="378777"/>
                </a:lnTo>
                <a:lnTo>
                  <a:pt x="620623" y="364413"/>
                </a:lnTo>
                <a:lnTo>
                  <a:pt x="640118" y="353898"/>
                </a:lnTo>
                <a:lnTo>
                  <a:pt x="661276" y="347433"/>
                </a:lnTo>
                <a:lnTo>
                  <a:pt x="683628" y="345236"/>
                </a:lnTo>
                <a:lnTo>
                  <a:pt x="705967" y="347433"/>
                </a:lnTo>
                <a:lnTo>
                  <a:pt x="746620" y="364413"/>
                </a:lnTo>
                <a:lnTo>
                  <a:pt x="805967" y="421220"/>
                </a:lnTo>
                <a:lnTo>
                  <a:pt x="816889" y="447865"/>
                </a:lnTo>
                <a:lnTo>
                  <a:pt x="816889" y="360362"/>
                </a:lnTo>
                <a:lnTo>
                  <a:pt x="801916" y="345236"/>
                </a:lnTo>
                <a:lnTo>
                  <a:pt x="799528" y="342823"/>
                </a:lnTo>
                <a:lnTo>
                  <a:pt x="787323" y="331647"/>
                </a:lnTo>
                <a:lnTo>
                  <a:pt x="745299" y="306451"/>
                </a:lnTo>
                <a:lnTo>
                  <a:pt x="699477" y="295097"/>
                </a:lnTo>
                <a:lnTo>
                  <a:pt x="683628" y="294335"/>
                </a:lnTo>
                <a:lnTo>
                  <a:pt x="667766" y="295097"/>
                </a:lnTo>
                <a:lnTo>
                  <a:pt x="621944" y="306451"/>
                </a:lnTo>
                <a:lnTo>
                  <a:pt x="579920" y="331647"/>
                </a:lnTo>
                <a:lnTo>
                  <a:pt x="463715" y="447865"/>
                </a:lnTo>
                <a:lnTo>
                  <a:pt x="567715" y="552907"/>
                </a:lnTo>
                <a:lnTo>
                  <a:pt x="607085" y="582282"/>
                </a:lnTo>
                <a:lnTo>
                  <a:pt x="652170" y="598347"/>
                </a:lnTo>
                <a:lnTo>
                  <a:pt x="683628" y="601395"/>
                </a:lnTo>
                <a:lnTo>
                  <a:pt x="699477" y="600633"/>
                </a:lnTo>
                <a:lnTo>
                  <a:pt x="745299" y="589267"/>
                </a:lnTo>
                <a:lnTo>
                  <a:pt x="787323" y="564070"/>
                </a:lnTo>
                <a:lnTo>
                  <a:pt x="801928" y="550481"/>
                </a:lnTo>
                <a:lnTo>
                  <a:pt x="873328" y="478345"/>
                </a:lnTo>
                <a:lnTo>
                  <a:pt x="882700" y="464083"/>
                </a:lnTo>
                <a:lnTo>
                  <a:pt x="885825" y="447865"/>
                </a:lnTo>
                <a:close/>
              </a:path>
            </a:pathLst>
          </a:custGeom>
          <a:solidFill>
            <a:srgbClr val="F6892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0" y="0"/>
            <a:ext cx="1099820" cy="7560309"/>
          </a:xfrm>
          <a:custGeom>
            <a:rect b="b" l="l" r="r" t="t"/>
            <a:pathLst>
              <a:path extrusionOk="0" h="7560309" w="1099820">
                <a:moveTo>
                  <a:pt x="1099529" y="0"/>
                </a:moveTo>
                <a:lnTo>
                  <a:pt x="1" y="0"/>
                </a:lnTo>
                <a:lnTo>
                  <a:pt x="1" y="7560005"/>
                </a:lnTo>
                <a:lnTo>
                  <a:pt x="47696" y="7558989"/>
                </a:lnTo>
                <a:lnTo>
                  <a:pt x="94872" y="7555969"/>
                </a:lnTo>
                <a:lnTo>
                  <a:pt x="141488" y="7550986"/>
                </a:lnTo>
                <a:lnTo>
                  <a:pt x="187502" y="7544081"/>
                </a:lnTo>
                <a:lnTo>
                  <a:pt x="232874" y="7535296"/>
                </a:lnTo>
                <a:lnTo>
                  <a:pt x="277561" y="7524671"/>
                </a:lnTo>
                <a:lnTo>
                  <a:pt x="321524" y="7512249"/>
                </a:lnTo>
                <a:lnTo>
                  <a:pt x="364720" y="7498070"/>
                </a:lnTo>
                <a:lnTo>
                  <a:pt x="407108" y="7482176"/>
                </a:lnTo>
                <a:lnTo>
                  <a:pt x="448647" y="7464607"/>
                </a:lnTo>
                <a:lnTo>
                  <a:pt x="489295" y="7445406"/>
                </a:lnTo>
                <a:lnTo>
                  <a:pt x="529012" y="7424612"/>
                </a:lnTo>
                <a:lnTo>
                  <a:pt x="567757" y="7402269"/>
                </a:lnTo>
                <a:lnTo>
                  <a:pt x="605487" y="7378416"/>
                </a:lnTo>
                <a:lnTo>
                  <a:pt x="642162" y="7353096"/>
                </a:lnTo>
                <a:lnTo>
                  <a:pt x="677740" y="7326348"/>
                </a:lnTo>
                <a:lnTo>
                  <a:pt x="712181" y="7298216"/>
                </a:lnTo>
                <a:lnTo>
                  <a:pt x="745443" y="7268739"/>
                </a:lnTo>
                <a:lnTo>
                  <a:pt x="777484" y="7237960"/>
                </a:lnTo>
                <a:lnTo>
                  <a:pt x="808263" y="7205919"/>
                </a:lnTo>
                <a:lnTo>
                  <a:pt x="837740" y="7172657"/>
                </a:lnTo>
                <a:lnTo>
                  <a:pt x="865872" y="7138217"/>
                </a:lnTo>
                <a:lnTo>
                  <a:pt x="892620" y="7102638"/>
                </a:lnTo>
                <a:lnTo>
                  <a:pt x="917940" y="7065963"/>
                </a:lnTo>
                <a:lnTo>
                  <a:pt x="941793" y="7028233"/>
                </a:lnTo>
                <a:lnTo>
                  <a:pt x="964136" y="6989488"/>
                </a:lnTo>
                <a:lnTo>
                  <a:pt x="984930" y="6949771"/>
                </a:lnTo>
                <a:lnTo>
                  <a:pt x="1004131" y="6909123"/>
                </a:lnTo>
                <a:lnTo>
                  <a:pt x="1021700" y="6867584"/>
                </a:lnTo>
                <a:lnTo>
                  <a:pt x="1037594" y="6825196"/>
                </a:lnTo>
                <a:lnTo>
                  <a:pt x="1051773" y="6782000"/>
                </a:lnTo>
                <a:lnTo>
                  <a:pt x="1064195" y="6738037"/>
                </a:lnTo>
                <a:lnTo>
                  <a:pt x="1074820" y="6693350"/>
                </a:lnTo>
                <a:lnTo>
                  <a:pt x="1083605" y="6647978"/>
                </a:lnTo>
                <a:lnTo>
                  <a:pt x="1090510" y="6601964"/>
                </a:lnTo>
                <a:lnTo>
                  <a:pt x="1095493" y="6555348"/>
                </a:lnTo>
                <a:lnTo>
                  <a:pt x="1098513" y="6508172"/>
                </a:lnTo>
                <a:lnTo>
                  <a:pt x="1099529" y="6460477"/>
                </a:lnTo>
                <a:lnTo>
                  <a:pt x="1099529" y="0"/>
                </a:lnTo>
                <a:close/>
              </a:path>
            </a:pathLst>
          </a:custGeom>
          <a:solidFill>
            <a:srgbClr val="F6892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0539" y="7066939"/>
            <a:ext cx="1185166" cy="25023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2"/>
          <p:cNvSpPr/>
          <p:nvPr/>
        </p:nvSpPr>
        <p:spPr>
          <a:xfrm>
            <a:off x="1803914" y="2103134"/>
            <a:ext cx="228600" cy="43180"/>
          </a:xfrm>
          <a:custGeom>
            <a:rect b="b" l="l" r="r" t="t"/>
            <a:pathLst>
              <a:path extrusionOk="0" h="43180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1803914" y="2963385"/>
            <a:ext cx="228600" cy="43180"/>
          </a:xfrm>
          <a:custGeom>
            <a:rect b="b" l="l" r="r" t="t"/>
            <a:pathLst>
              <a:path extrusionOk="0" h="43180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1803914" y="4390961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1803914" y="5370524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 txBox="1"/>
          <p:nvPr/>
        </p:nvSpPr>
        <p:spPr>
          <a:xfrm>
            <a:off x="2297375" y="3259050"/>
            <a:ext cx="6668100" cy="27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Eventos na Loja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Organizar eventos de degustação onde os balconistas possam demonstrar os produtos e ganhar incentivos por cada venda gerada.</a:t>
            </a:r>
            <a:b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 Comemorativas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Alinhar a campanha com datas como o Dia da Saúde ou o Mês da Alimentação Saudável, promovendo o produto como parte de celebrações.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Pacotes de Produtos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: Oferecer o produto em combo com itens complementares, proporcionando um desconto no total.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"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Compre Um, Leve Outro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": Uma promoção que incentiva os clientes a experimentarem o produto e compartilhá-lo.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Promoção de Aniversário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: Enviar um código de desconto especial para os clientes no mês do seu aniversário, incentivando a compra do produto.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Promoção de Aniversário da Loja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: Disponibilizar descontos aos clientes, realizar sorteios durante o horário de expediente. Tudo isso com incentivo da Mais Granel.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I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nauguração ou Reinauguração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: Banners da Mais Granel, montando juntamente com o lojista uma campanha atrativa para os clientes.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2297375" y="1121100"/>
            <a:ext cx="74466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508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1E1E1E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GAMIFICAÇÃO</a:t>
            </a:r>
            <a:r>
              <a:rPr lang="en-US" sz="1600">
                <a:solidFill>
                  <a:srgbClr val="1E1E1E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1" lang="en-US" sz="1600">
                <a:solidFill>
                  <a:srgbClr val="1E1E1E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Aplicativos de Vendas</a:t>
            </a:r>
            <a:r>
              <a:rPr lang="en-US" sz="1600">
                <a:solidFill>
                  <a:srgbClr val="1E1E1E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: Utilizar uma plataforma de gamificação onde os balconistas possam acompanhar suas vendas e competir por prêmios, criando um ambiente de competição amigável.</a:t>
            </a:r>
            <a:endParaRPr sz="1600">
              <a:solidFill>
                <a:srgbClr val="1E1E1E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 txBox="1"/>
          <p:nvPr>
            <p:ph type="title"/>
          </p:nvPr>
        </p:nvSpPr>
        <p:spPr>
          <a:xfrm>
            <a:off x="2649679" y="489863"/>
            <a:ext cx="49410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52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74447"/>
                </a:solidFill>
                <a:latin typeface="Sora"/>
                <a:ea typeface="Sora"/>
                <a:cs typeface="Sora"/>
                <a:sym typeface="Sora"/>
              </a:rPr>
              <a:t>Campanhas para o lojista</a:t>
            </a:r>
            <a:endParaRPr>
              <a:solidFill>
                <a:srgbClr val="474447"/>
              </a:solidFill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411541" y="699629"/>
            <a:ext cx="885825" cy="601980"/>
          </a:xfrm>
          <a:custGeom>
            <a:rect b="b" l="l" r="r" t="t"/>
            <a:pathLst>
              <a:path extrusionOk="0" h="601980" w="885825">
                <a:moveTo>
                  <a:pt x="421690" y="447852"/>
                </a:moveTo>
                <a:lnTo>
                  <a:pt x="350481" y="375958"/>
                </a:lnTo>
                <a:lnTo>
                  <a:pt x="350481" y="447852"/>
                </a:lnTo>
                <a:lnTo>
                  <a:pt x="282079" y="516940"/>
                </a:lnTo>
                <a:lnTo>
                  <a:pt x="244525" y="542112"/>
                </a:lnTo>
                <a:lnTo>
                  <a:pt x="201764" y="550506"/>
                </a:lnTo>
                <a:lnTo>
                  <a:pt x="159004" y="542112"/>
                </a:lnTo>
                <a:lnTo>
                  <a:pt x="121450" y="516940"/>
                </a:lnTo>
                <a:lnTo>
                  <a:pt x="71069" y="466077"/>
                </a:lnTo>
                <a:lnTo>
                  <a:pt x="65481" y="457555"/>
                </a:lnTo>
                <a:lnTo>
                  <a:pt x="63614" y="447852"/>
                </a:lnTo>
                <a:lnTo>
                  <a:pt x="65481" y="438162"/>
                </a:lnTo>
                <a:lnTo>
                  <a:pt x="71069" y="429628"/>
                </a:lnTo>
                <a:lnTo>
                  <a:pt x="121450" y="378764"/>
                </a:lnTo>
                <a:lnTo>
                  <a:pt x="159029" y="353580"/>
                </a:lnTo>
                <a:lnTo>
                  <a:pt x="201764" y="345186"/>
                </a:lnTo>
                <a:lnTo>
                  <a:pt x="244500" y="353580"/>
                </a:lnTo>
                <a:lnTo>
                  <a:pt x="282079" y="378764"/>
                </a:lnTo>
                <a:lnTo>
                  <a:pt x="350481" y="447852"/>
                </a:lnTo>
                <a:lnTo>
                  <a:pt x="350481" y="375958"/>
                </a:lnTo>
                <a:lnTo>
                  <a:pt x="320014" y="345186"/>
                </a:lnTo>
                <a:lnTo>
                  <a:pt x="317665" y="342811"/>
                </a:lnTo>
                <a:lnTo>
                  <a:pt x="305460" y="331647"/>
                </a:lnTo>
                <a:lnTo>
                  <a:pt x="263448" y="306438"/>
                </a:lnTo>
                <a:lnTo>
                  <a:pt x="217614" y="295084"/>
                </a:lnTo>
                <a:lnTo>
                  <a:pt x="201764" y="294322"/>
                </a:lnTo>
                <a:lnTo>
                  <a:pt x="185915" y="295084"/>
                </a:lnTo>
                <a:lnTo>
                  <a:pt x="140081" y="306438"/>
                </a:lnTo>
                <a:lnTo>
                  <a:pt x="98069" y="331647"/>
                </a:lnTo>
                <a:lnTo>
                  <a:pt x="12827" y="416560"/>
                </a:lnTo>
                <a:lnTo>
                  <a:pt x="0" y="447852"/>
                </a:lnTo>
                <a:lnTo>
                  <a:pt x="3200" y="464515"/>
                </a:lnTo>
                <a:lnTo>
                  <a:pt x="85864" y="552894"/>
                </a:lnTo>
                <a:lnTo>
                  <a:pt x="125222" y="582282"/>
                </a:lnTo>
                <a:lnTo>
                  <a:pt x="170319" y="598335"/>
                </a:lnTo>
                <a:lnTo>
                  <a:pt x="201764" y="601383"/>
                </a:lnTo>
                <a:lnTo>
                  <a:pt x="217614" y="600621"/>
                </a:lnTo>
                <a:lnTo>
                  <a:pt x="263448" y="589267"/>
                </a:lnTo>
                <a:lnTo>
                  <a:pt x="305460" y="564070"/>
                </a:lnTo>
                <a:lnTo>
                  <a:pt x="320040" y="550506"/>
                </a:lnTo>
                <a:lnTo>
                  <a:pt x="421690" y="447852"/>
                </a:lnTo>
                <a:close/>
              </a:path>
              <a:path extrusionOk="0" h="601980" w="885825">
                <a:moveTo>
                  <a:pt x="594702" y="204546"/>
                </a:moveTo>
                <a:lnTo>
                  <a:pt x="587933" y="157340"/>
                </a:lnTo>
                <a:lnTo>
                  <a:pt x="567461" y="113068"/>
                </a:lnTo>
                <a:lnTo>
                  <a:pt x="544309" y="85077"/>
                </a:lnTo>
                <a:lnTo>
                  <a:pt x="544309" y="204546"/>
                </a:lnTo>
                <a:lnTo>
                  <a:pt x="536003" y="247713"/>
                </a:lnTo>
                <a:lnTo>
                  <a:pt x="511098" y="285648"/>
                </a:lnTo>
                <a:lnTo>
                  <a:pt x="442696" y="354736"/>
                </a:lnTo>
                <a:lnTo>
                  <a:pt x="374294" y="285648"/>
                </a:lnTo>
                <a:lnTo>
                  <a:pt x="349389" y="247713"/>
                </a:lnTo>
                <a:lnTo>
                  <a:pt x="341083" y="204546"/>
                </a:lnTo>
                <a:lnTo>
                  <a:pt x="349389" y="161353"/>
                </a:lnTo>
                <a:lnTo>
                  <a:pt x="374294" y="123431"/>
                </a:lnTo>
                <a:lnTo>
                  <a:pt x="423633" y="73609"/>
                </a:lnTo>
                <a:lnTo>
                  <a:pt x="432549" y="67627"/>
                </a:lnTo>
                <a:lnTo>
                  <a:pt x="442696" y="65620"/>
                </a:lnTo>
                <a:lnTo>
                  <a:pt x="452843" y="67627"/>
                </a:lnTo>
                <a:lnTo>
                  <a:pt x="461759" y="73609"/>
                </a:lnTo>
                <a:lnTo>
                  <a:pt x="511098" y="123431"/>
                </a:lnTo>
                <a:lnTo>
                  <a:pt x="536003" y="161353"/>
                </a:lnTo>
                <a:lnTo>
                  <a:pt x="544309" y="204546"/>
                </a:lnTo>
                <a:lnTo>
                  <a:pt x="544309" y="85077"/>
                </a:lnTo>
                <a:lnTo>
                  <a:pt x="525068" y="65620"/>
                </a:lnTo>
                <a:lnTo>
                  <a:pt x="472389" y="12420"/>
                </a:lnTo>
                <a:lnTo>
                  <a:pt x="458495" y="3098"/>
                </a:lnTo>
                <a:lnTo>
                  <a:pt x="442696" y="0"/>
                </a:lnTo>
                <a:lnTo>
                  <a:pt x="426897" y="3098"/>
                </a:lnTo>
                <a:lnTo>
                  <a:pt x="338696" y="87477"/>
                </a:lnTo>
                <a:lnTo>
                  <a:pt x="309600" y="127241"/>
                </a:lnTo>
                <a:lnTo>
                  <a:pt x="293700" y="172783"/>
                </a:lnTo>
                <a:lnTo>
                  <a:pt x="290690" y="204546"/>
                </a:lnTo>
                <a:lnTo>
                  <a:pt x="291439" y="220548"/>
                </a:lnTo>
                <a:lnTo>
                  <a:pt x="302691" y="266827"/>
                </a:lnTo>
                <a:lnTo>
                  <a:pt x="327621" y="309270"/>
                </a:lnTo>
                <a:lnTo>
                  <a:pt x="442696" y="426631"/>
                </a:lnTo>
                <a:lnTo>
                  <a:pt x="513892" y="354736"/>
                </a:lnTo>
                <a:lnTo>
                  <a:pt x="546696" y="321614"/>
                </a:lnTo>
                <a:lnTo>
                  <a:pt x="575792" y="281825"/>
                </a:lnTo>
                <a:lnTo>
                  <a:pt x="591693" y="236308"/>
                </a:lnTo>
                <a:lnTo>
                  <a:pt x="593953" y="220548"/>
                </a:lnTo>
                <a:lnTo>
                  <a:pt x="594702" y="204546"/>
                </a:lnTo>
                <a:close/>
              </a:path>
              <a:path extrusionOk="0" h="601980" w="885825">
                <a:moveTo>
                  <a:pt x="885825" y="447865"/>
                </a:moveTo>
                <a:lnTo>
                  <a:pt x="882700" y="431622"/>
                </a:lnTo>
                <a:lnTo>
                  <a:pt x="873328" y="417347"/>
                </a:lnTo>
                <a:lnTo>
                  <a:pt x="816889" y="360362"/>
                </a:lnTo>
                <a:lnTo>
                  <a:pt x="816889" y="447865"/>
                </a:lnTo>
                <a:lnTo>
                  <a:pt x="814158" y="462026"/>
                </a:lnTo>
                <a:lnTo>
                  <a:pt x="763930" y="516940"/>
                </a:lnTo>
                <a:lnTo>
                  <a:pt x="727138" y="541820"/>
                </a:lnTo>
                <a:lnTo>
                  <a:pt x="683628" y="550481"/>
                </a:lnTo>
                <a:lnTo>
                  <a:pt x="661276" y="548284"/>
                </a:lnTo>
                <a:lnTo>
                  <a:pt x="640118" y="541820"/>
                </a:lnTo>
                <a:lnTo>
                  <a:pt x="620623" y="531304"/>
                </a:lnTo>
                <a:lnTo>
                  <a:pt x="603313" y="516940"/>
                </a:lnTo>
                <a:lnTo>
                  <a:pt x="534911" y="447865"/>
                </a:lnTo>
                <a:lnTo>
                  <a:pt x="603313" y="378777"/>
                </a:lnTo>
                <a:lnTo>
                  <a:pt x="620623" y="364413"/>
                </a:lnTo>
                <a:lnTo>
                  <a:pt x="640118" y="353898"/>
                </a:lnTo>
                <a:lnTo>
                  <a:pt x="661276" y="347433"/>
                </a:lnTo>
                <a:lnTo>
                  <a:pt x="683628" y="345236"/>
                </a:lnTo>
                <a:lnTo>
                  <a:pt x="705967" y="347433"/>
                </a:lnTo>
                <a:lnTo>
                  <a:pt x="746620" y="364413"/>
                </a:lnTo>
                <a:lnTo>
                  <a:pt x="805967" y="421220"/>
                </a:lnTo>
                <a:lnTo>
                  <a:pt x="816889" y="447865"/>
                </a:lnTo>
                <a:lnTo>
                  <a:pt x="816889" y="360362"/>
                </a:lnTo>
                <a:lnTo>
                  <a:pt x="801916" y="345236"/>
                </a:lnTo>
                <a:lnTo>
                  <a:pt x="799528" y="342823"/>
                </a:lnTo>
                <a:lnTo>
                  <a:pt x="787323" y="331647"/>
                </a:lnTo>
                <a:lnTo>
                  <a:pt x="745299" y="306451"/>
                </a:lnTo>
                <a:lnTo>
                  <a:pt x="699477" y="295097"/>
                </a:lnTo>
                <a:lnTo>
                  <a:pt x="683628" y="294335"/>
                </a:lnTo>
                <a:lnTo>
                  <a:pt x="667766" y="295097"/>
                </a:lnTo>
                <a:lnTo>
                  <a:pt x="621944" y="306451"/>
                </a:lnTo>
                <a:lnTo>
                  <a:pt x="579920" y="331647"/>
                </a:lnTo>
                <a:lnTo>
                  <a:pt x="463715" y="447865"/>
                </a:lnTo>
                <a:lnTo>
                  <a:pt x="567715" y="552907"/>
                </a:lnTo>
                <a:lnTo>
                  <a:pt x="607085" y="582282"/>
                </a:lnTo>
                <a:lnTo>
                  <a:pt x="652170" y="598347"/>
                </a:lnTo>
                <a:lnTo>
                  <a:pt x="683628" y="601395"/>
                </a:lnTo>
                <a:lnTo>
                  <a:pt x="699477" y="600633"/>
                </a:lnTo>
                <a:lnTo>
                  <a:pt x="745299" y="589267"/>
                </a:lnTo>
                <a:lnTo>
                  <a:pt x="787323" y="564070"/>
                </a:lnTo>
                <a:lnTo>
                  <a:pt x="801928" y="550481"/>
                </a:lnTo>
                <a:lnTo>
                  <a:pt x="873328" y="478345"/>
                </a:lnTo>
                <a:lnTo>
                  <a:pt x="882700" y="464083"/>
                </a:lnTo>
                <a:lnTo>
                  <a:pt x="885825" y="447865"/>
                </a:lnTo>
                <a:close/>
              </a:path>
            </a:pathLst>
          </a:custGeom>
          <a:solidFill>
            <a:srgbClr val="F6892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0" y="0"/>
            <a:ext cx="1099820" cy="7560309"/>
          </a:xfrm>
          <a:custGeom>
            <a:rect b="b" l="l" r="r" t="t"/>
            <a:pathLst>
              <a:path extrusionOk="0" h="7560309" w="1099820">
                <a:moveTo>
                  <a:pt x="1099529" y="0"/>
                </a:moveTo>
                <a:lnTo>
                  <a:pt x="1" y="0"/>
                </a:lnTo>
                <a:lnTo>
                  <a:pt x="1" y="7560005"/>
                </a:lnTo>
                <a:lnTo>
                  <a:pt x="47696" y="7558989"/>
                </a:lnTo>
                <a:lnTo>
                  <a:pt x="94872" y="7555969"/>
                </a:lnTo>
                <a:lnTo>
                  <a:pt x="141488" y="7550986"/>
                </a:lnTo>
                <a:lnTo>
                  <a:pt x="187502" y="7544081"/>
                </a:lnTo>
                <a:lnTo>
                  <a:pt x="232874" y="7535296"/>
                </a:lnTo>
                <a:lnTo>
                  <a:pt x="277561" y="7524671"/>
                </a:lnTo>
                <a:lnTo>
                  <a:pt x="321524" y="7512249"/>
                </a:lnTo>
                <a:lnTo>
                  <a:pt x="364720" y="7498070"/>
                </a:lnTo>
                <a:lnTo>
                  <a:pt x="407108" y="7482176"/>
                </a:lnTo>
                <a:lnTo>
                  <a:pt x="448647" y="7464607"/>
                </a:lnTo>
                <a:lnTo>
                  <a:pt x="489295" y="7445406"/>
                </a:lnTo>
                <a:lnTo>
                  <a:pt x="529012" y="7424612"/>
                </a:lnTo>
                <a:lnTo>
                  <a:pt x="567757" y="7402269"/>
                </a:lnTo>
                <a:lnTo>
                  <a:pt x="605487" y="7378416"/>
                </a:lnTo>
                <a:lnTo>
                  <a:pt x="642162" y="7353096"/>
                </a:lnTo>
                <a:lnTo>
                  <a:pt x="677740" y="7326348"/>
                </a:lnTo>
                <a:lnTo>
                  <a:pt x="712181" y="7298216"/>
                </a:lnTo>
                <a:lnTo>
                  <a:pt x="745443" y="7268739"/>
                </a:lnTo>
                <a:lnTo>
                  <a:pt x="777484" y="7237960"/>
                </a:lnTo>
                <a:lnTo>
                  <a:pt x="808263" y="7205919"/>
                </a:lnTo>
                <a:lnTo>
                  <a:pt x="837740" y="7172657"/>
                </a:lnTo>
                <a:lnTo>
                  <a:pt x="865872" y="7138217"/>
                </a:lnTo>
                <a:lnTo>
                  <a:pt x="892620" y="7102638"/>
                </a:lnTo>
                <a:lnTo>
                  <a:pt x="917940" y="7065963"/>
                </a:lnTo>
                <a:lnTo>
                  <a:pt x="941793" y="7028233"/>
                </a:lnTo>
                <a:lnTo>
                  <a:pt x="964136" y="6989488"/>
                </a:lnTo>
                <a:lnTo>
                  <a:pt x="984930" y="6949771"/>
                </a:lnTo>
                <a:lnTo>
                  <a:pt x="1004131" y="6909123"/>
                </a:lnTo>
                <a:lnTo>
                  <a:pt x="1021700" y="6867584"/>
                </a:lnTo>
                <a:lnTo>
                  <a:pt x="1037594" y="6825196"/>
                </a:lnTo>
                <a:lnTo>
                  <a:pt x="1051773" y="6782000"/>
                </a:lnTo>
                <a:lnTo>
                  <a:pt x="1064195" y="6738037"/>
                </a:lnTo>
                <a:lnTo>
                  <a:pt x="1074820" y="6693350"/>
                </a:lnTo>
                <a:lnTo>
                  <a:pt x="1083605" y="6647978"/>
                </a:lnTo>
                <a:lnTo>
                  <a:pt x="1090510" y="6601964"/>
                </a:lnTo>
                <a:lnTo>
                  <a:pt x="1095493" y="6555348"/>
                </a:lnTo>
                <a:lnTo>
                  <a:pt x="1098513" y="6508172"/>
                </a:lnTo>
                <a:lnTo>
                  <a:pt x="1099529" y="6460477"/>
                </a:lnTo>
                <a:lnTo>
                  <a:pt x="1099529" y="0"/>
                </a:lnTo>
                <a:close/>
              </a:path>
            </a:pathLst>
          </a:custGeom>
          <a:solidFill>
            <a:srgbClr val="F6892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0539" y="7066939"/>
            <a:ext cx="1185166" cy="25023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 txBox="1"/>
          <p:nvPr/>
        </p:nvSpPr>
        <p:spPr>
          <a:xfrm>
            <a:off x="2297375" y="1975350"/>
            <a:ext cx="7547400" cy="50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noAutofit/>
          </a:bodyPr>
          <a:lstStyle/>
          <a:p>
            <a:pPr indent="0" lvl="0" marL="0" marR="508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rgbClr val="1E1E1E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lang="en-US" sz="1600">
                <a:solidFill>
                  <a:srgbClr val="1E1E1E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Fidelidade corporativa</a:t>
            </a:r>
            <a:r>
              <a:rPr lang="en-US" sz="1600">
                <a:solidFill>
                  <a:srgbClr val="1E1E1E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Criar um programa de fidelidade para empresas que compram regularmente, oferecendo descontos ou brindes a cada nova compra.</a:t>
            </a:r>
            <a:endParaRPr sz="1600">
              <a:solidFill>
                <a:srgbClr val="1E1E1E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en-US" sz="1600">
                <a:solidFill>
                  <a:srgbClr val="1E1E1E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1E1E1E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lang="en-US" sz="1600">
                <a:solidFill>
                  <a:srgbClr val="1E1E1E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Datas comemorativas</a:t>
            </a:r>
            <a:r>
              <a:rPr lang="en-US" sz="1600">
                <a:solidFill>
                  <a:srgbClr val="1E1E1E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: Realizar promoções específicas em datas como Dia da Saúde, Dia Mundial da Alimentação, oferecendo descontos ou produtos em destaque.</a:t>
            </a:r>
            <a:endParaRPr sz="1600">
              <a:solidFill>
                <a:srgbClr val="1E1E1E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600">
              <a:solidFill>
                <a:srgbClr val="1E1E1E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rgbClr val="1E1E1E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lang="en-US" sz="1600">
                <a:solidFill>
                  <a:srgbClr val="1E1E1E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Acesso exclusivo</a:t>
            </a:r>
            <a:r>
              <a:rPr lang="en-US" sz="1600">
                <a:solidFill>
                  <a:srgbClr val="1E1E1E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: Dar acesso antecipado a lançamentos de produtos para empresas que atingirem metas de compra, permitindo que se destaquem no mercado.</a:t>
            </a:r>
            <a:endParaRPr sz="1600">
              <a:solidFill>
                <a:srgbClr val="1E1E1E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600">
              <a:solidFill>
                <a:srgbClr val="1E1E1E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rgbClr val="1E1E1E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lang="en-US" sz="1600">
                <a:solidFill>
                  <a:srgbClr val="1E1E1E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Clube de desconto</a:t>
            </a:r>
            <a:r>
              <a:rPr lang="en-US" sz="1600">
                <a:solidFill>
                  <a:srgbClr val="1E1E1E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: Criar um acesso aos clientes já fidelizados, onde eles </a:t>
            </a:r>
            <a:r>
              <a:rPr lang="en-US" sz="1600">
                <a:solidFill>
                  <a:srgbClr val="1E1E1E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têm</a:t>
            </a:r>
            <a:r>
              <a:rPr lang="en-US" sz="1600">
                <a:solidFill>
                  <a:srgbClr val="1E1E1E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acesso a produtos com valor reduzido, semanalmente terão certos produtos em promoção (toda semana atualizamos os produtos para variar os SKUS do cliente). </a:t>
            </a:r>
            <a:endParaRPr sz="1600">
              <a:solidFill>
                <a:srgbClr val="1E1E1E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rgbClr val="1E1E1E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 *Ele monta o pedido por este acesso e nos encaminha para finalização do pedido. Onde teremos abertura </a:t>
            </a:r>
            <a:r>
              <a:rPr lang="en-US" sz="1600">
                <a:solidFill>
                  <a:srgbClr val="1E1E1E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para</a:t>
            </a:r>
            <a:r>
              <a:rPr lang="en-US" sz="1600">
                <a:solidFill>
                  <a:srgbClr val="1E1E1E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inclusão de mais produtos, agregando valor. </a:t>
            </a:r>
            <a:endParaRPr sz="1600">
              <a:solidFill>
                <a:srgbClr val="1E1E1E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rgbClr val="1E1E1E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 *A cada lojista que alcançar certo valor de compra (a combinar) ganham bonificações (a serem estudadas).</a:t>
            </a:r>
            <a:endParaRPr sz="1600">
              <a:solidFill>
                <a:srgbClr val="1E1E1E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600">
              <a:solidFill>
                <a:srgbClr val="1E1E1E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1E1E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E1E1E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803914" y="2640121"/>
            <a:ext cx="228600" cy="43180"/>
          </a:xfrm>
          <a:custGeom>
            <a:rect b="b" l="l" r="r" t="t"/>
            <a:pathLst>
              <a:path extrusionOk="0" h="43180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1803914" y="3843830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1803914" y="5071663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 txBox="1"/>
          <p:nvPr>
            <p:ph type="title"/>
          </p:nvPr>
        </p:nvSpPr>
        <p:spPr>
          <a:xfrm>
            <a:off x="1190806" y="377745"/>
            <a:ext cx="83118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025">
            <a:spAutoFit/>
          </a:bodyPr>
          <a:lstStyle/>
          <a:p>
            <a:pPr indent="0" lvl="0" marL="1471295" marR="12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latin typeface="Sora Medium"/>
                <a:ea typeface="Sora Medium"/>
                <a:cs typeface="Sora Medium"/>
                <a:sym typeface="Sora Medium"/>
              </a:rPr>
              <a:t>Fidelização de clientes</a:t>
            </a:r>
            <a:endParaRPr sz="3150"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411541" y="699629"/>
            <a:ext cx="885825" cy="601980"/>
          </a:xfrm>
          <a:custGeom>
            <a:rect b="b" l="l" r="r" t="t"/>
            <a:pathLst>
              <a:path extrusionOk="0" h="601980" w="885825">
                <a:moveTo>
                  <a:pt x="421690" y="447852"/>
                </a:moveTo>
                <a:lnTo>
                  <a:pt x="350481" y="375958"/>
                </a:lnTo>
                <a:lnTo>
                  <a:pt x="350481" y="447852"/>
                </a:lnTo>
                <a:lnTo>
                  <a:pt x="282079" y="516940"/>
                </a:lnTo>
                <a:lnTo>
                  <a:pt x="244525" y="542112"/>
                </a:lnTo>
                <a:lnTo>
                  <a:pt x="201764" y="550506"/>
                </a:lnTo>
                <a:lnTo>
                  <a:pt x="159004" y="542112"/>
                </a:lnTo>
                <a:lnTo>
                  <a:pt x="121450" y="516940"/>
                </a:lnTo>
                <a:lnTo>
                  <a:pt x="71069" y="466077"/>
                </a:lnTo>
                <a:lnTo>
                  <a:pt x="65481" y="457555"/>
                </a:lnTo>
                <a:lnTo>
                  <a:pt x="63614" y="447852"/>
                </a:lnTo>
                <a:lnTo>
                  <a:pt x="65481" y="438162"/>
                </a:lnTo>
                <a:lnTo>
                  <a:pt x="71069" y="429628"/>
                </a:lnTo>
                <a:lnTo>
                  <a:pt x="121450" y="378764"/>
                </a:lnTo>
                <a:lnTo>
                  <a:pt x="159029" y="353580"/>
                </a:lnTo>
                <a:lnTo>
                  <a:pt x="201764" y="345186"/>
                </a:lnTo>
                <a:lnTo>
                  <a:pt x="244500" y="353580"/>
                </a:lnTo>
                <a:lnTo>
                  <a:pt x="282079" y="378764"/>
                </a:lnTo>
                <a:lnTo>
                  <a:pt x="350481" y="447852"/>
                </a:lnTo>
                <a:lnTo>
                  <a:pt x="350481" y="375958"/>
                </a:lnTo>
                <a:lnTo>
                  <a:pt x="320014" y="345186"/>
                </a:lnTo>
                <a:lnTo>
                  <a:pt x="317665" y="342811"/>
                </a:lnTo>
                <a:lnTo>
                  <a:pt x="305460" y="331647"/>
                </a:lnTo>
                <a:lnTo>
                  <a:pt x="263448" y="306438"/>
                </a:lnTo>
                <a:lnTo>
                  <a:pt x="217614" y="295084"/>
                </a:lnTo>
                <a:lnTo>
                  <a:pt x="201764" y="294322"/>
                </a:lnTo>
                <a:lnTo>
                  <a:pt x="185915" y="295084"/>
                </a:lnTo>
                <a:lnTo>
                  <a:pt x="140081" y="306438"/>
                </a:lnTo>
                <a:lnTo>
                  <a:pt x="98069" y="331647"/>
                </a:lnTo>
                <a:lnTo>
                  <a:pt x="12827" y="416560"/>
                </a:lnTo>
                <a:lnTo>
                  <a:pt x="0" y="447852"/>
                </a:lnTo>
                <a:lnTo>
                  <a:pt x="3200" y="464515"/>
                </a:lnTo>
                <a:lnTo>
                  <a:pt x="85864" y="552894"/>
                </a:lnTo>
                <a:lnTo>
                  <a:pt x="125222" y="582282"/>
                </a:lnTo>
                <a:lnTo>
                  <a:pt x="170319" y="598335"/>
                </a:lnTo>
                <a:lnTo>
                  <a:pt x="201764" y="601383"/>
                </a:lnTo>
                <a:lnTo>
                  <a:pt x="217614" y="600621"/>
                </a:lnTo>
                <a:lnTo>
                  <a:pt x="263448" y="589267"/>
                </a:lnTo>
                <a:lnTo>
                  <a:pt x="305460" y="564070"/>
                </a:lnTo>
                <a:lnTo>
                  <a:pt x="320040" y="550506"/>
                </a:lnTo>
                <a:lnTo>
                  <a:pt x="421690" y="447852"/>
                </a:lnTo>
                <a:close/>
              </a:path>
              <a:path extrusionOk="0" h="601980" w="885825">
                <a:moveTo>
                  <a:pt x="594702" y="204546"/>
                </a:moveTo>
                <a:lnTo>
                  <a:pt x="587933" y="157340"/>
                </a:lnTo>
                <a:lnTo>
                  <a:pt x="567461" y="113068"/>
                </a:lnTo>
                <a:lnTo>
                  <a:pt x="544309" y="85077"/>
                </a:lnTo>
                <a:lnTo>
                  <a:pt x="544309" y="204546"/>
                </a:lnTo>
                <a:lnTo>
                  <a:pt x="536003" y="247713"/>
                </a:lnTo>
                <a:lnTo>
                  <a:pt x="511098" y="285648"/>
                </a:lnTo>
                <a:lnTo>
                  <a:pt x="442696" y="354736"/>
                </a:lnTo>
                <a:lnTo>
                  <a:pt x="374294" y="285648"/>
                </a:lnTo>
                <a:lnTo>
                  <a:pt x="349389" y="247713"/>
                </a:lnTo>
                <a:lnTo>
                  <a:pt x="341083" y="204546"/>
                </a:lnTo>
                <a:lnTo>
                  <a:pt x="349389" y="161353"/>
                </a:lnTo>
                <a:lnTo>
                  <a:pt x="374294" y="123431"/>
                </a:lnTo>
                <a:lnTo>
                  <a:pt x="423633" y="73609"/>
                </a:lnTo>
                <a:lnTo>
                  <a:pt x="432549" y="67627"/>
                </a:lnTo>
                <a:lnTo>
                  <a:pt x="442696" y="65620"/>
                </a:lnTo>
                <a:lnTo>
                  <a:pt x="452843" y="67627"/>
                </a:lnTo>
                <a:lnTo>
                  <a:pt x="461759" y="73609"/>
                </a:lnTo>
                <a:lnTo>
                  <a:pt x="511098" y="123431"/>
                </a:lnTo>
                <a:lnTo>
                  <a:pt x="536003" y="161353"/>
                </a:lnTo>
                <a:lnTo>
                  <a:pt x="544309" y="204546"/>
                </a:lnTo>
                <a:lnTo>
                  <a:pt x="544309" y="85077"/>
                </a:lnTo>
                <a:lnTo>
                  <a:pt x="525068" y="65620"/>
                </a:lnTo>
                <a:lnTo>
                  <a:pt x="472389" y="12420"/>
                </a:lnTo>
                <a:lnTo>
                  <a:pt x="458495" y="3098"/>
                </a:lnTo>
                <a:lnTo>
                  <a:pt x="442696" y="0"/>
                </a:lnTo>
                <a:lnTo>
                  <a:pt x="426897" y="3098"/>
                </a:lnTo>
                <a:lnTo>
                  <a:pt x="338696" y="87477"/>
                </a:lnTo>
                <a:lnTo>
                  <a:pt x="309600" y="127241"/>
                </a:lnTo>
                <a:lnTo>
                  <a:pt x="293700" y="172783"/>
                </a:lnTo>
                <a:lnTo>
                  <a:pt x="290690" y="204546"/>
                </a:lnTo>
                <a:lnTo>
                  <a:pt x="291439" y="220548"/>
                </a:lnTo>
                <a:lnTo>
                  <a:pt x="302691" y="266827"/>
                </a:lnTo>
                <a:lnTo>
                  <a:pt x="327621" y="309270"/>
                </a:lnTo>
                <a:lnTo>
                  <a:pt x="442696" y="426631"/>
                </a:lnTo>
                <a:lnTo>
                  <a:pt x="513892" y="354736"/>
                </a:lnTo>
                <a:lnTo>
                  <a:pt x="546696" y="321614"/>
                </a:lnTo>
                <a:lnTo>
                  <a:pt x="575792" y="281825"/>
                </a:lnTo>
                <a:lnTo>
                  <a:pt x="591693" y="236308"/>
                </a:lnTo>
                <a:lnTo>
                  <a:pt x="593953" y="220548"/>
                </a:lnTo>
                <a:lnTo>
                  <a:pt x="594702" y="204546"/>
                </a:lnTo>
                <a:close/>
              </a:path>
              <a:path extrusionOk="0" h="601980" w="885825">
                <a:moveTo>
                  <a:pt x="885825" y="447865"/>
                </a:moveTo>
                <a:lnTo>
                  <a:pt x="882700" y="431622"/>
                </a:lnTo>
                <a:lnTo>
                  <a:pt x="873328" y="417347"/>
                </a:lnTo>
                <a:lnTo>
                  <a:pt x="816889" y="360362"/>
                </a:lnTo>
                <a:lnTo>
                  <a:pt x="816889" y="447865"/>
                </a:lnTo>
                <a:lnTo>
                  <a:pt x="814158" y="462026"/>
                </a:lnTo>
                <a:lnTo>
                  <a:pt x="763930" y="516940"/>
                </a:lnTo>
                <a:lnTo>
                  <a:pt x="727138" y="541820"/>
                </a:lnTo>
                <a:lnTo>
                  <a:pt x="683628" y="550481"/>
                </a:lnTo>
                <a:lnTo>
                  <a:pt x="661276" y="548284"/>
                </a:lnTo>
                <a:lnTo>
                  <a:pt x="640118" y="541820"/>
                </a:lnTo>
                <a:lnTo>
                  <a:pt x="620623" y="531304"/>
                </a:lnTo>
                <a:lnTo>
                  <a:pt x="603313" y="516940"/>
                </a:lnTo>
                <a:lnTo>
                  <a:pt x="534911" y="447865"/>
                </a:lnTo>
                <a:lnTo>
                  <a:pt x="603313" y="378777"/>
                </a:lnTo>
                <a:lnTo>
                  <a:pt x="620623" y="364413"/>
                </a:lnTo>
                <a:lnTo>
                  <a:pt x="640118" y="353898"/>
                </a:lnTo>
                <a:lnTo>
                  <a:pt x="661276" y="347433"/>
                </a:lnTo>
                <a:lnTo>
                  <a:pt x="683628" y="345236"/>
                </a:lnTo>
                <a:lnTo>
                  <a:pt x="705967" y="347433"/>
                </a:lnTo>
                <a:lnTo>
                  <a:pt x="746620" y="364413"/>
                </a:lnTo>
                <a:lnTo>
                  <a:pt x="805967" y="421220"/>
                </a:lnTo>
                <a:lnTo>
                  <a:pt x="816889" y="447865"/>
                </a:lnTo>
                <a:lnTo>
                  <a:pt x="816889" y="360362"/>
                </a:lnTo>
                <a:lnTo>
                  <a:pt x="801916" y="345236"/>
                </a:lnTo>
                <a:lnTo>
                  <a:pt x="799528" y="342823"/>
                </a:lnTo>
                <a:lnTo>
                  <a:pt x="787323" y="331647"/>
                </a:lnTo>
                <a:lnTo>
                  <a:pt x="745299" y="306451"/>
                </a:lnTo>
                <a:lnTo>
                  <a:pt x="699477" y="295097"/>
                </a:lnTo>
                <a:lnTo>
                  <a:pt x="683628" y="294335"/>
                </a:lnTo>
                <a:lnTo>
                  <a:pt x="667766" y="295097"/>
                </a:lnTo>
                <a:lnTo>
                  <a:pt x="621944" y="306451"/>
                </a:lnTo>
                <a:lnTo>
                  <a:pt x="579920" y="331647"/>
                </a:lnTo>
                <a:lnTo>
                  <a:pt x="463715" y="447865"/>
                </a:lnTo>
                <a:lnTo>
                  <a:pt x="567715" y="552907"/>
                </a:lnTo>
                <a:lnTo>
                  <a:pt x="607085" y="582282"/>
                </a:lnTo>
                <a:lnTo>
                  <a:pt x="652170" y="598347"/>
                </a:lnTo>
                <a:lnTo>
                  <a:pt x="683628" y="601395"/>
                </a:lnTo>
                <a:lnTo>
                  <a:pt x="699477" y="600633"/>
                </a:lnTo>
                <a:lnTo>
                  <a:pt x="745299" y="589267"/>
                </a:lnTo>
                <a:lnTo>
                  <a:pt x="787323" y="564070"/>
                </a:lnTo>
                <a:lnTo>
                  <a:pt x="801928" y="550481"/>
                </a:lnTo>
                <a:lnTo>
                  <a:pt x="873328" y="478345"/>
                </a:lnTo>
                <a:lnTo>
                  <a:pt x="882700" y="464083"/>
                </a:lnTo>
                <a:lnTo>
                  <a:pt x="885825" y="447865"/>
                </a:lnTo>
                <a:close/>
              </a:path>
            </a:pathLst>
          </a:custGeom>
          <a:solidFill>
            <a:srgbClr val="F6892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0" y="0"/>
            <a:ext cx="1099820" cy="7560309"/>
          </a:xfrm>
          <a:custGeom>
            <a:rect b="b" l="l" r="r" t="t"/>
            <a:pathLst>
              <a:path extrusionOk="0" h="7560309" w="1099820">
                <a:moveTo>
                  <a:pt x="1099529" y="0"/>
                </a:moveTo>
                <a:lnTo>
                  <a:pt x="1" y="0"/>
                </a:lnTo>
                <a:lnTo>
                  <a:pt x="1" y="7560005"/>
                </a:lnTo>
                <a:lnTo>
                  <a:pt x="47696" y="7558989"/>
                </a:lnTo>
                <a:lnTo>
                  <a:pt x="94872" y="7555969"/>
                </a:lnTo>
                <a:lnTo>
                  <a:pt x="141488" y="7550986"/>
                </a:lnTo>
                <a:lnTo>
                  <a:pt x="187502" y="7544081"/>
                </a:lnTo>
                <a:lnTo>
                  <a:pt x="232874" y="7535296"/>
                </a:lnTo>
                <a:lnTo>
                  <a:pt x="277561" y="7524671"/>
                </a:lnTo>
                <a:lnTo>
                  <a:pt x="321524" y="7512249"/>
                </a:lnTo>
                <a:lnTo>
                  <a:pt x="364720" y="7498070"/>
                </a:lnTo>
                <a:lnTo>
                  <a:pt x="407108" y="7482176"/>
                </a:lnTo>
                <a:lnTo>
                  <a:pt x="448647" y="7464607"/>
                </a:lnTo>
                <a:lnTo>
                  <a:pt x="489295" y="7445406"/>
                </a:lnTo>
                <a:lnTo>
                  <a:pt x="529012" y="7424612"/>
                </a:lnTo>
                <a:lnTo>
                  <a:pt x="567757" y="7402269"/>
                </a:lnTo>
                <a:lnTo>
                  <a:pt x="605487" y="7378416"/>
                </a:lnTo>
                <a:lnTo>
                  <a:pt x="642162" y="7353096"/>
                </a:lnTo>
                <a:lnTo>
                  <a:pt x="677740" y="7326348"/>
                </a:lnTo>
                <a:lnTo>
                  <a:pt x="712181" y="7298216"/>
                </a:lnTo>
                <a:lnTo>
                  <a:pt x="745443" y="7268739"/>
                </a:lnTo>
                <a:lnTo>
                  <a:pt x="777484" y="7237960"/>
                </a:lnTo>
                <a:lnTo>
                  <a:pt x="808263" y="7205919"/>
                </a:lnTo>
                <a:lnTo>
                  <a:pt x="837740" y="7172657"/>
                </a:lnTo>
                <a:lnTo>
                  <a:pt x="865872" y="7138217"/>
                </a:lnTo>
                <a:lnTo>
                  <a:pt x="892620" y="7102638"/>
                </a:lnTo>
                <a:lnTo>
                  <a:pt x="917940" y="7065963"/>
                </a:lnTo>
                <a:lnTo>
                  <a:pt x="941793" y="7028233"/>
                </a:lnTo>
                <a:lnTo>
                  <a:pt x="964136" y="6989488"/>
                </a:lnTo>
                <a:lnTo>
                  <a:pt x="984930" y="6949771"/>
                </a:lnTo>
                <a:lnTo>
                  <a:pt x="1004131" y="6909123"/>
                </a:lnTo>
                <a:lnTo>
                  <a:pt x="1021700" y="6867584"/>
                </a:lnTo>
                <a:lnTo>
                  <a:pt x="1037594" y="6825196"/>
                </a:lnTo>
                <a:lnTo>
                  <a:pt x="1051773" y="6782000"/>
                </a:lnTo>
                <a:lnTo>
                  <a:pt x="1064195" y="6738037"/>
                </a:lnTo>
                <a:lnTo>
                  <a:pt x="1074820" y="6693350"/>
                </a:lnTo>
                <a:lnTo>
                  <a:pt x="1083605" y="6647978"/>
                </a:lnTo>
                <a:lnTo>
                  <a:pt x="1090510" y="6601964"/>
                </a:lnTo>
                <a:lnTo>
                  <a:pt x="1095493" y="6555348"/>
                </a:lnTo>
                <a:lnTo>
                  <a:pt x="1098513" y="6508172"/>
                </a:lnTo>
                <a:lnTo>
                  <a:pt x="1099529" y="6460477"/>
                </a:lnTo>
                <a:lnTo>
                  <a:pt x="1099529" y="0"/>
                </a:lnTo>
                <a:close/>
              </a:path>
            </a:pathLst>
          </a:custGeom>
          <a:solidFill>
            <a:srgbClr val="F6892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0539" y="7066939"/>
            <a:ext cx="1185166" cy="25023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"/>
          <p:cNvSpPr txBox="1"/>
          <p:nvPr/>
        </p:nvSpPr>
        <p:spPr>
          <a:xfrm>
            <a:off x="2649679" y="2182919"/>
            <a:ext cx="5341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594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1803914" y="2373421"/>
            <a:ext cx="228600" cy="43180"/>
          </a:xfrm>
          <a:custGeom>
            <a:rect b="b" l="l" r="r" t="t"/>
            <a:pathLst>
              <a:path extrusionOk="0" h="43180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1803914" y="3561363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1803914" y="4488463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1803914" y="5717575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 txBox="1"/>
          <p:nvPr/>
        </p:nvSpPr>
        <p:spPr>
          <a:xfrm>
            <a:off x="2492700" y="1086625"/>
            <a:ext cx="7563000" cy="56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74548"/>
                </a:solidFill>
                <a:latin typeface="Sora SemiBold"/>
                <a:ea typeface="Sora SemiBold"/>
                <a:cs typeface="Sora SemiBold"/>
                <a:sym typeface="Sora SemiBold"/>
              </a:rPr>
              <a:t>Programas de Fidelidade</a:t>
            </a:r>
            <a:endParaRPr sz="2000">
              <a:solidFill>
                <a:srgbClr val="474548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74548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74548"/>
                </a:solidFill>
                <a:latin typeface="Sora SemiBold"/>
                <a:ea typeface="Sora SemiBold"/>
                <a:cs typeface="Sora SemiBold"/>
                <a:sym typeface="Sora SemiBold"/>
              </a:rPr>
              <a:t>- </a:t>
            </a:r>
            <a:r>
              <a:rPr lang="en-US" sz="20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Criar programas que recompensem compras repetidas com descontos, pontos ou ofertas exclusivas.</a:t>
            </a:r>
            <a:endParaRPr sz="20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74548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74548"/>
                </a:solidFill>
                <a:latin typeface="Sora SemiBold"/>
                <a:ea typeface="Sora SemiBold"/>
                <a:cs typeface="Sora SemiBold"/>
                <a:sym typeface="Sora SemiBold"/>
              </a:rPr>
              <a:t>Solicitar Feedback</a:t>
            </a:r>
            <a:endParaRPr sz="2000">
              <a:solidFill>
                <a:srgbClr val="474548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74548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74548"/>
                </a:solidFill>
                <a:latin typeface="Sora SemiBold"/>
                <a:ea typeface="Sora SemiBold"/>
                <a:cs typeface="Sora SemiBold"/>
                <a:sym typeface="Sora SemiBold"/>
              </a:rPr>
              <a:t>- </a:t>
            </a:r>
            <a:r>
              <a:rPr lang="en-US" sz="20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Perguntar aos clientes sobre sua experiência e use suas opiniões para fazer melhorias.</a:t>
            </a:r>
            <a:endParaRPr sz="20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74548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74548"/>
                </a:solidFill>
                <a:latin typeface="Sora SemiBold"/>
                <a:ea typeface="Sora SemiBold"/>
                <a:cs typeface="Sora SemiBold"/>
                <a:sym typeface="Sora SemiBold"/>
              </a:rPr>
              <a:t>Surpresas e Agrados</a:t>
            </a:r>
            <a:endParaRPr sz="2000">
              <a:solidFill>
                <a:srgbClr val="474548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74548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74548"/>
                </a:solidFill>
                <a:latin typeface="Sora SemiBold"/>
                <a:ea typeface="Sora SemiBold"/>
                <a:cs typeface="Sora SemiBold"/>
                <a:sym typeface="Sora SemiBold"/>
              </a:rPr>
              <a:t>- </a:t>
            </a:r>
            <a:r>
              <a:rPr lang="en-US" sz="20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Enviar pequenas surpresas, como amostras gratuitas ou descontos em aniversários, para mostrar apreço.</a:t>
            </a:r>
            <a:endParaRPr sz="20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74548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74548"/>
                </a:solidFill>
                <a:latin typeface="Sora SemiBold"/>
                <a:ea typeface="Sora SemiBold"/>
                <a:cs typeface="Sora SemiBold"/>
                <a:sym typeface="Sora SemiBold"/>
              </a:rPr>
              <a:t>Apoio Pós-Venda</a:t>
            </a:r>
            <a:endParaRPr sz="2000">
              <a:solidFill>
                <a:srgbClr val="474548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74548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74548"/>
                </a:solidFill>
                <a:latin typeface="Sora SemiBold"/>
                <a:ea typeface="Sora SemiBold"/>
                <a:cs typeface="Sora SemiBold"/>
                <a:sym typeface="Sora SemiBold"/>
              </a:rPr>
              <a:t>- </a:t>
            </a:r>
            <a:r>
              <a:rPr lang="en-US" sz="20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Continuar a interagir após a venda, oferecendo suporte e garantindo a satisfação.</a:t>
            </a:r>
            <a:endParaRPr sz="20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/>
          <p:nvPr/>
        </p:nvSpPr>
        <p:spPr>
          <a:xfrm>
            <a:off x="1411541" y="699629"/>
            <a:ext cx="885825" cy="601980"/>
          </a:xfrm>
          <a:custGeom>
            <a:rect b="b" l="l" r="r" t="t"/>
            <a:pathLst>
              <a:path extrusionOk="0" h="601980" w="885825">
                <a:moveTo>
                  <a:pt x="421690" y="447852"/>
                </a:moveTo>
                <a:lnTo>
                  <a:pt x="350481" y="375958"/>
                </a:lnTo>
                <a:lnTo>
                  <a:pt x="350481" y="447852"/>
                </a:lnTo>
                <a:lnTo>
                  <a:pt x="282079" y="516940"/>
                </a:lnTo>
                <a:lnTo>
                  <a:pt x="244525" y="542112"/>
                </a:lnTo>
                <a:lnTo>
                  <a:pt x="201764" y="550506"/>
                </a:lnTo>
                <a:lnTo>
                  <a:pt x="159004" y="542112"/>
                </a:lnTo>
                <a:lnTo>
                  <a:pt x="121450" y="516940"/>
                </a:lnTo>
                <a:lnTo>
                  <a:pt x="71069" y="466077"/>
                </a:lnTo>
                <a:lnTo>
                  <a:pt x="65481" y="457555"/>
                </a:lnTo>
                <a:lnTo>
                  <a:pt x="63614" y="447852"/>
                </a:lnTo>
                <a:lnTo>
                  <a:pt x="65481" y="438162"/>
                </a:lnTo>
                <a:lnTo>
                  <a:pt x="71069" y="429628"/>
                </a:lnTo>
                <a:lnTo>
                  <a:pt x="121450" y="378764"/>
                </a:lnTo>
                <a:lnTo>
                  <a:pt x="159029" y="353580"/>
                </a:lnTo>
                <a:lnTo>
                  <a:pt x="201764" y="345186"/>
                </a:lnTo>
                <a:lnTo>
                  <a:pt x="244500" y="353580"/>
                </a:lnTo>
                <a:lnTo>
                  <a:pt x="282079" y="378764"/>
                </a:lnTo>
                <a:lnTo>
                  <a:pt x="350481" y="447852"/>
                </a:lnTo>
                <a:lnTo>
                  <a:pt x="350481" y="375958"/>
                </a:lnTo>
                <a:lnTo>
                  <a:pt x="320014" y="345186"/>
                </a:lnTo>
                <a:lnTo>
                  <a:pt x="317665" y="342811"/>
                </a:lnTo>
                <a:lnTo>
                  <a:pt x="305460" y="331647"/>
                </a:lnTo>
                <a:lnTo>
                  <a:pt x="263448" y="306438"/>
                </a:lnTo>
                <a:lnTo>
                  <a:pt x="217614" y="295084"/>
                </a:lnTo>
                <a:lnTo>
                  <a:pt x="201764" y="294322"/>
                </a:lnTo>
                <a:lnTo>
                  <a:pt x="185915" y="295084"/>
                </a:lnTo>
                <a:lnTo>
                  <a:pt x="140081" y="306438"/>
                </a:lnTo>
                <a:lnTo>
                  <a:pt x="98069" y="331647"/>
                </a:lnTo>
                <a:lnTo>
                  <a:pt x="12827" y="416560"/>
                </a:lnTo>
                <a:lnTo>
                  <a:pt x="0" y="447852"/>
                </a:lnTo>
                <a:lnTo>
                  <a:pt x="3200" y="464515"/>
                </a:lnTo>
                <a:lnTo>
                  <a:pt x="85864" y="552894"/>
                </a:lnTo>
                <a:lnTo>
                  <a:pt x="125222" y="582282"/>
                </a:lnTo>
                <a:lnTo>
                  <a:pt x="170319" y="598335"/>
                </a:lnTo>
                <a:lnTo>
                  <a:pt x="201764" y="601383"/>
                </a:lnTo>
                <a:lnTo>
                  <a:pt x="217614" y="600621"/>
                </a:lnTo>
                <a:lnTo>
                  <a:pt x="263448" y="589267"/>
                </a:lnTo>
                <a:lnTo>
                  <a:pt x="305460" y="564070"/>
                </a:lnTo>
                <a:lnTo>
                  <a:pt x="320040" y="550506"/>
                </a:lnTo>
                <a:lnTo>
                  <a:pt x="421690" y="447852"/>
                </a:lnTo>
                <a:close/>
              </a:path>
              <a:path extrusionOk="0" h="601980" w="885825">
                <a:moveTo>
                  <a:pt x="594702" y="204546"/>
                </a:moveTo>
                <a:lnTo>
                  <a:pt x="587933" y="157340"/>
                </a:lnTo>
                <a:lnTo>
                  <a:pt x="567461" y="113068"/>
                </a:lnTo>
                <a:lnTo>
                  <a:pt x="544309" y="85077"/>
                </a:lnTo>
                <a:lnTo>
                  <a:pt x="544309" y="204546"/>
                </a:lnTo>
                <a:lnTo>
                  <a:pt x="536003" y="247713"/>
                </a:lnTo>
                <a:lnTo>
                  <a:pt x="511098" y="285648"/>
                </a:lnTo>
                <a:lnTo>
                  <a:pt x="442696" y="354736"/>
                </a:lnTo>
                <a:lnTo>
                  <a:pt x="374294" y="285648"/>
                </a:lnTo>
                <a:lnTo>
                  <a:pt x="349389" y="247713"/>
                </a:lnTo>
                <a:lnTo>
                  <a:pt x="341083" y="204546"/>
                </a:lnTo>
                <a:lnTo>
                  <a:pt x="349389" y="161353"/>
                </a:lnTo>
                <a:lnTo>
                  <a:pt x="374294" y="123431"/>
                </a:lnTo>
                <a:lnTo>
                  <a:pt x="423633" y="73609"/>
                </a:lnTo>
                <a:lnTo>
                  <a:pt x="432549" y="67627"/>
                </a:lnTo>
                <a:lnTo>
                  <a:pt x="442696" y="65620"/>
                </a:lnTo>
                <a:lnTo>
                  <a:pt x="452843" y="67627"/>
                </a:lnTo>
                <a:lnTo>
                  <a:pt x="461759" y="73609"/>
                </a:lnTo>
                <a:lnTo>
                  <a:pt x="511098" y="123431"/>
                </a:lnTo>
                <a:lnTo>
                  <a:pt x="536003" y="161353"/>
                </a:lnTo>
                <a:lnTo>
                  <a:pt x="544309" y="204546"/>
                </a:lnTo>
                <a:lnTo>
                  <a:pt x="544309" y="85077"/>
                </a:lnTo>
                <a:lnTo>
                  <a:pt x="525068" y="65620"/>
                </a:lnTo>
                <a:lnTo>
                  <a:pt x="472389" y="12420"/>
                </a:lnTo>
                <a:lnTo>
                  <a:pt x="458495" y="3098"/>
                </a:lnTo>
                <a:lnTo>
                  <a:pt x="442696" y="0"/>
                </a:lnTo>
                <a:lnTo>
                  <a:pt x="426897" y="3098"/>
                </a:lnTo>
                <a:lnTo>
                  <a:pt x="338696" y="87477"/>
                </a:lnTo>
                <a:lnTo>
                  <a:pt x="309600" y="127241"/>
                </a:lnTo>
                <a:lnTo>
                  <a:pt x="293700" y="172783"/>
                </a:lnTo>
                <a:lnTo>
                  <a:pt x="290690" y="204546"/>
                </a:lnTo>
                <a:lnTo>
                  <a:pt x="291439" y="220548"/>
                </a:lnTo>
                <a:lnTo>
                  <a:pt x="302691" y="266827"/>
                </a:lnTo>
                <a:lnTo>
                  <a:pt x="327621" y="309270"/>
                </a:lnTo>
                <a:lnTo>
                  <a:pt x="442696" y="426631"/>
                </a:lnTo>
                <a:lnTo>
                  <a:pt x="513892" y="354736"/>
                </a:lnTo>
                <a:lnTo>
                  <a:pt x="546696" y="321614"/>
                </a:lnTo>
                <a:lnTo>
                  <a:pt x="575792" y="281825"/>
                </a:lnTo>
                <a:lnTo>
                  <a:pt x="591693" y="236308"/>
                </a:lnTo>
                <a:lnTo>
                  <a:pt x="593953" y="220548"/>
                </a:lnTo>
                <a:lnTo>
                  <a:pt x="594702" y="204546"/>
                </a:lnTo>
                <a:close/>
              </a:path>
              <a:path extrusionOk="0" h="601980" w="885825">
                <a:moveTo>
                  <a:pt x="885825" y="447865"/>
                </a:moveTo>
                <a:lnTo>
                  <a:pt x="882700" y="431622"/>
                </a:lnTo>
                <a:lnTo>
                  <a:pt x="873328" y="417347"/>
                </a:lnTo>
                <a:lnTo>
                  <a:pt x="816889" y="360362"/>
                </a:lnTo>
                <a:lnTo>
                  <a:pt x="816889" y="447865"/>
                </a:lnTo>
                <a:lnTo>
                  <a:pt x="814158" y="462026"/>
                </a:lnTo>
                <a:lnTo>
                  <a:pt x="763930" y="516940"/>
                </a:lnTo>
                <a:lnTo>
                  <a:pt x="727138" y="541820"/>
                </a:lnTo>
                <a:lnTo>
                  <a:pt x="683628" y="550481"/>
                </a:lnTo>
                <a:lnTo>
                  <a:pt x="661276" y="548284"/>
                </a:lnTo>
                <a:lnTo>
                  <a:pt x="640118" y="541820"/>
                </a:lnTo>
                <a:lnTo>
                  <a:pt x="620623" y="531304"/>
                </a:lnTo>
                <a:lnTo>
                  <a:pt x="603313" y="516940"/>
                </a:lnTo>
                <a:lnTo>
                  <a:pt x="534911" y="447865"/>
                </a:lnTo>
                <a:lnTo>
                  <a:pt x="603313" y="378777"/>
                </a:lnTo>
                <a:lnTo>
                  <a:pt x="620623" y="364413"/>
                </a:lnTo>
                <a:lnTo>
                  <a:pt x="640118" y="353898"/>
                </a:lnTo>
                <a:lnTo>
                  <a:pt x="661276" y="347433"/>
                </a:lnTo>
                <a:lnTo>
                  <a:pt x="683628" y="345236"/>
                </a:lnTo>
                <a:lnTo>
                  <a:pt x="705967" y="347433"/>
                </a:lnTo>
                <a:lnTo>
                  <a:pt x="746620" y="364413"/>
                </a:lnTo>
                <a:lnTo>
                  <a:pt x="805967" y="421220"/>
                </a:lnTo>
                <a:lnTo>
                  <a:pt x="816889" y="447865"/>
                </a:lnTo>
                <a:lnTo>
                  <a:pt x="816889" y="360362"/>
                </a:lnTo>
                <a:lnTo>
                  <a:pt x="801916" y="345236"/>
                </a:lnTo>
                <a:lnTo>
                  <a:pt x="799528" y="342823"/>
                </a:lnTo>
                <a:lnTo>
                  <a:pt x="787323" y="331647"/>
                </a:lnTo>
                <a:lnTo>
                  <a:pt x="745299" y="306451"/>
                </a:lnTo>
                <a:lnTo>
                  <a:pt x="699477" y="295097"/>
                </a:lnTo>
                <a:lnTo>
                  <a:pt x="683628" y="294335"/>
                </a:lnTo>
                <a:lnTo>
                  <a:pt x="667766" y="295097"/>
                </a:lnTo>
                <a:lnTo>
                  <a:pt x="621944" y="306451"/>
                </a:lnTo>
                <a:lnTo>
                  <a:pt x="579920" y="331647"/>
                </a:lnTo>
                <a:lnTo>
                  <a:pt x="463715" y="447865"/>
                </a:lnTo>
                <a:lnTo>
                  <a:pt x="567715" y="552907"/>
                </a:lnTo>
                <a:lnTo>
                  <a:pt x="607085" y="582282"/>
                </a:lnTo>
                <a:lnTo>
                  <a:pt x="652170" y="598347"/>
                </a:lnTo>
                <a:lnTo>
                  <a:pt x="683628" y="601395"/>
                </a:lnTo>
                <a:lnTo>
                  <a:pt x="699477" y="600633"/>
                </a:lnTo>
                <a:lnTo>
                  <a:pt x="745299" y="589267"/>
                </a:lnTo>
                <a:lnTo>
                  <a:pt x="787323" y="564070"/>
                </a:lnTo>
                <a:lnTo>
                  <a:pt x="801928" y="550481"/>
                </a:lnTo>
                <a:lnTo>
                  <a:pt x="873328" y="478345"/>
                </a:lnTo>
                <a:lnTo>
                  <a:pt x="882700" y="464083"/>
                </a:lnTo>
                <a:lnTo>
                  <a:pt x="885825" y="447865"/>
                </a:lnTo>
                <a:close/>
              </a:path>
            </a:pathLst>
          </a:custGeom>
          <a:solidFill>
            <a:srgbClr val="F6892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0" y="0"/>
            <a:ext cx="1099820" cy="7560309"/>
          </a:xfrm>
          <a:custGeom>
            <a:rect b="b" l="l" r="r" t="t"/>
            <a:pathLst>
              <a:path extrusionOk="0" h="7560309" w="1099820">
                <a:moveTo>
                  <a:pt x="1099529" y="0"/>
                </a:moveTo>
                <a:lnTo>
                  <a:pt x="1" y="0"/>
                </a:lnTo>
                <a:lnTo>
                  <a:pt x="1" y="7560005"/>
                </a:lnTo>
                <a:lnTo>
                  <a:pt x="47696" y="7558989"/>
                </a:lnTo>
                <a:lnTo>
                  <a:pt x="94872" y="7555969"/>
                </a:lnTo>
                <a:lnTo>
                  <a:pt x="141488" y="7550986"/>
                </a:lnTo>
                <a:lnTo>
                  <a:pt x="187502" y="7544081"/>
                </a:lnTo>
                <a:lnTo>
                  <a:pt x="232874" y="7535296"/>
                </a:lnTo>
                <a:lnTo>
                  <a:pt x="277561" y="7524671"/>
                </a:lnTo>
                <a:lnTo>
                  <a:pt x="321524" y="7512249"/>
                </a:lnTo>
                <a:lnTo>
                  <a:pt x="364720" y="7498070"/>
                </a:lnTo>
                <a:lnTo>
                  <a:pt x="407108" y="7482176"/>
                </a:lnTo>
                <a:lnTo>
                  <a:pt x="448647" y="7464607"/>
                </a:lnTo>
                <a:lnTo>
                  <a:pt x="489295" y="7445406"/>
                </a:lnTo>
                <a:lnTo>
                  <a:pt x="529012" y="7424612"/>
                </a:lnTo>
                <a:lnTo>
                  <a:pt x="567757" y="7402269"/>
                </a:lnTo>
                <a:lnTo>
                  <a:pt x="605487" y="7378416"/>
                </a:lnTo>
                <a:lnTo>
                  <a:pt x="642162" y="7353096"/>
                </a:lnTo>
                <a:lnTo>
                  <a:pt x="677740" y="7326348"/>
                </a:lnTo>
                <a:lnTo>
                  <a:pt x="712181" y="7298216"/>
                </a:lnTo>
                <a:lnTo>
                  <a:pt x="745443" y="7268739"/>
                </a:lnTo>
                <a:lnTo>
                  <a:pt x="777484" y="7237960"/>
                </a:lnTo>
                <a:lnTo>
                  <a:pt x="808263" y="7205919"/>
                </a:lnTo>
                <a:lnTo>
                  <a:pt x="837740" y="7172657"/>
                </a:lnTo>
                <a:lnTo>
                  <a:pt x="865872" y="7138217"/>
                </a:lnTo>
                <a:lnTo>
                  <a:pt x="892620" y="7102638"/>
                </a:lnTo>
                <a:lnTo>
                  <a:pt x="917940" y="7065963"/>
                </a:lnTo>
                <a:lnTo>
                  <a:pt x="941793" y="7028233"/>
                </a:lnTo>
                <a:lnTo>
                  <a:pt x="964136" y="6989488"/>
                </a:lnTo>
                <a:lnTo>
                  <a:pt x="984930" y="6949771"/>
                </a:lnTo>
                <a:lnTo>
                  <a:pt x="1004131" y="6909123"/>
                </a:lnTo>
                <a:lnTo>
                  <a:pt x="1021700" y="6867584"/>
                </a:lnTo>
                <a:lnTo>
                  <a:pt x="1037594" y="6825196"/>
                </a:lnTo>
                <a:lnTo>
                  <a:pt x="1051773" y="6782000"/>
                </a:lnTo>
                <a:lnTo>
                  <a:pt x="1064195" y="6738037"/>
                </a:lnTo>
                <a:lnTo>
                  <a:pt x="1074820" y="6693350"/>
                </a:lnTo>
                <a:lnTo>
                  <a:pt x="1083605" y="6647978"/>
                </a:lnTo>
                <a:lnTo>
                  <a:pt x="1090510" y="6601964"/>
                </a:lnTo>
                <a:lnTo>
                  <a:pt x="1095493" y="6555348"/>
                </a:lnTo>
                <a:lnTo>
                  <a:pt x="1098513" y="6508172"/>
                </a:lnTo>
                <a:lnTo>
                  <a:pt x="1099529" y="6460477"/>
                </a:lnTo>
                <a:lnTo>
                  <a:pt x="1099529" y="0"/>
                </a:lnTo>
                <a:close/>
              </a:path>
            </a:pathLst>
          </a:custGeom>
          <a:solidFill>
            <a:srgbClr val="F6892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0539" y="7066939"/>
            <a:ext cx="1185166" cy="25023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/>
          <p:nvPr/>
        </p:nvSpPr>
        <p:spPr>
          <a:xfrm>
            <a:off x="1803914" y="2595524"/>
            <a:ext cx="228600" cy="43180"/>
          </a:xfrm>
          <a:custGeom>
            <a:rect b="b" l="l" r="r" t="t"/>
            <a:pathLst>
              <a:path extrusionOk="0" h="43180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1803914" y="3209441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1803914" y="3823356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1803914" y="4437272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 txBox="1"/>
          <p:nvPr>
            <p:ph type="title"/>
          </p:nvPr>
        </p:nvSpPr>
        <p:spPr>
          <a:xfrm>
            <a:off x="1190806" y="197595"/>
            <a:ext cx="8311800" cy="11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025">
            <a:spAutoFit/>
          </a:bodyPr>
          <a:lstStyle/>
          <a:p>
            <a:pPr indent="0" lvl="0" marL="1471295" marR="12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latin typeface="Sora Medium"/>
                <a:ea typeface="Sora Medium"/>
                <a:cs typeface="Sora Medium"/>
                <a:sym typeface="Sora Medium"/>
              </a:rPr>
              <a:t>Volte às compras: Cashback Mais Granel</a:t>
            </a:r>
            <a:endParaRPr sz="3150"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2649686" y="2436914"/>
            <a:ext cx="5190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2351700" y="1236750"/>
            <a:ext cx="7938600" cy="58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Estrutura da Campanha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1.Período da Campanha: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Duração: 3 meses (ex: de 1º de novembro a 31 de janeiro).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2. Como Funciona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- Clientes recebem 10% do valor total de suas compras como cashback.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   - O cashback pode ser utilizado em compras futuras, com validade de 6 meses.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3. Regras: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- O cashback é aplicado em compras a partir de R$ 100.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   - O valor do cashback não pode ser retirado em dinheiro, apenas utilizado como desconto em compras futuras.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4. Divulgação: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- E-mail Marketing: Enviar newsletters aos clientes atuais anunciando a campanha, destacando os benefícios do cashback.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   - Redes Sociais: Criar posts chamativos com gráficos e vídeos curtos explicando a campanha. Use hashtags como #CashbackMaisGranel.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   - Website: Adicionar um banner na homepage detalhando a campanha e como participar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5. Incentivos Adicionais: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Promoções Relacionadas: Oferecer bônus adicionais de cashback (ex: 5% extra) para produtos específicos ou lançamentos durante a campanha.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   - Sorteios Mensais: Realizar sorteios de produtos ou vouchers entre os clientes que utilizarem o cashback, aumentando o engajamento.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6. Monitoramento: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Utilizar ferramentas de análise para acompanhar o uso do cashback e a satisfação dos clientes.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   - Enviar pesquisas de feedback após a utilização do cashback para entender a experiência do cliente.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7. Follow-up: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Após o término da campanha, enviar um e-mail agradecendo a participação e destacando os próximos lançamentos e promoções.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/>
        </p:nvSpPr>
        <p:spPr>
          <a:xfrm>
            <a:off x="2649673" y="2182919"/>
            <a:ext cx="5127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7658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803914" y="2341524"/>
            <a:ext cx="228600" cy="43180"/>
          </a:xfrm>
          <a:custGeom>
            <a:rect b="b" l="l" r="r" t="t"/>
            <a:pathLst>
              <a:path extrusionOk="0" h="43180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1803914" y="3249698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1803914" y="3860256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1803914" y="4807225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1803914" y="5687393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1803914" y="6290847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 txBox="1"/>
          <p:nvPr>
            <p:ph type="title"/>
          </p:nvPr>
        </p:nvSpPr>
        <p:spPr>
          <a:xfrm>
            <a:off x="1339781" y="798870"/>
            <a:ext cx="8311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471295" marR="1524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Cadência</a:t>
            </a:r>
            <a:endParaRPr/>
          </a:p>
        </p:txBody>
      </p:sp>
      <p:sp>
        <p:nvSpPr>
          <p:cNvPr id="131" name="Google Shape;131;p6"/>
          <p:cNvSpPr txBox="1"/>
          <p:nvPr/>
        </p:nvSpPr>
        <p:spPr>
          <a:xfrm>
            <a:off x="1553850" y="1314800"/>
            <a:ext cx="8725500" cy="5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Para termos uma boa cadência com nossos clientes, teremos um calendário regular de comunicação, utilizando e-mails e mensagens que 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oferecem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dicas sobre produtos e promoções. Delve na personalização, conhecendo as preferências dos clientes para oferecer recomendações relevantes. Além disso, incentive feedback constante.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Organizar a cadência criando um calendário mensal com temas específicos para cada semana: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Semana 1: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Novos Produtos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Segunda: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WhatsApp apresentando os produtos em destaque da semana.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Quinta: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Vídeo curto mostrando os produtos em destaque.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Semana 2: Dicas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Segunda: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WhatsApp com um vídeo curto explicando um pouco mais a fundo um produto específico.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Quarta: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Post nas redes sociais com dicas de armazenamento de produtos.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Sexta: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Enquete nas redes sociais para que os clientes votem sobre qual produto 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deseja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saber mais.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Semana 3: Promoções e Ofertas Especiais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Segunda: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Lembrete nos stories sobre a promoção no clube, com um contador de tempo.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Quarta: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WhatsApp com uma promoção exclusiva para os assinantes Clube de desconto. (Incentivando a assinatura sob um certo valor mínimo de compra)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Semana 4: Feedback e Comunidade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Segunda: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WhatsApp solicitando feedback sobre produtos e experiências.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Quarta: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Post nas redes sociais destacando um cliente e sua experiência (com permissão).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74548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/>
        </p:nvSpPr>
        <p:spPr>
          <a:xfrm>
            <a:off x="2624273" y="2182919"/>
            <a:ext cx="7688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022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1778514" y="2341524"/>
            <a:ext cx="228600" cy="43180"/>
          </a:xfrm>
          <a:custGeom>
            <a:rect b="b" l="l" r="r" t="t"/>
            <a:pathLst>
              <a:path extrusionOk="0" h="43180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1778514" y="2957598"/>
            <a:ext cx="228600" cy="43180"/>
          </a:xfrm>
          <a:custGeom>
            <a:rect b="b" l="l" r="r" t="t"/>
            <a:pathLst>
              <a:path extrusionOk="0" h="43180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1778514" y="3568156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778514" y="4172225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778514" y="4798393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1778514" y="5389147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 txBox="1"/>
          <p:nvPr>
            <p:ph type="title"/>
          </p:nvPr>
        </p:nvSpPr>
        <p:spPr>
          <a:xfrm>
            <a:off x="2381848" y="8"/>
            <a:ext cx="7081500" cy="5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5">
            <a:spAutoFit/>
          </a:bodyPr>
          <a:lstStyle/>
          <a:p>
            <a:pPr indent="0" lvl="0" marL="12700" marR="15240" rtl="0" algn="l">
              <a:lnSpc>
                <a:spcPct val="10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Primero contato</a:t>
            </a:r>
            <a:endParaRPr/>
          </a:p>
        </p:txBody>
      </p:sp>
      <p:sp>
        <p:nvSpPr>
          <p:cNvPr id="144" name="Google Shape;144;p7"/>
          <p:cNvSpPr txBox="1"/>
          <p:nvPr/>
        </p:nvSpPr>
        <p:spPr>
          <a:xfrm>
            <a:off x="1304550" y="1086600"/>
            <a:ext cx="9236100" cy="51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2. Entender a loja: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Ver as reclamações nos comentários do Google, quantidade de estrelas, comentários no Instagram, ver os Storys, se são ativos em suas redes sociais, se postam as novidades, o movimento da loja e o Marketing. 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i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 *DESSA FORMA, SABEREMOS O PONTO FRACO DE NOSSO PROSPECT, ASSIM PODEMOS USAR ISSO COMO UMA FORMA DE MELHORIA COM OS NOSSOS PRODUTOS, NOSSA ASSISTÊNCIA E NOSSA P</a:t>
            </a:r>
            <a:r>
              <a:rPr i="1" lang="en-US" sz="1600">
                <a:solidFill>
                  <a:srgbClr val="474447"/>
                </a:solidFill>
                <a:latin typeface="Calibri"/>
                <a:ea typeface="Calibri"/>
                <a:cs typeface="Calibri"/>
                <a:sym typeface="Calibri"/>
              </a:rPr>
              <a:t>ARCERIA.*</a:t>
            </a:r>
            <a:endParaRPr i="1" sz="1600">
              <a:solidFill>
                <a:srgbClr val="4744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4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3. Contato: 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Caso o cliente possua o TikTok, podemos comentar em suas postagens, onde seremos notados por interagir com a loja, isso se tornará um diferencial. 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  Igualmente no Instagram. Esse contato pode ser uma forma melhor de um atendimento humanizado, sem engessamento, que pode deixar o lojista mais confortável em trabalhar conosco. 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O primeiro contato com o lojista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, deverá ser feita via ligação para o número do estabelecimento. (ELES NUNCA IRÃO DESLIGAR, OU DEIXAR DE ATENDER A UMA LIGAÇÃO NO TELEFONE DO ESTABELECIMENTO) o que aumentam as nossas chances de um primeiro contato positivo. 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Primeiro contato com o balconista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, ele será a primeira pessoa da qual teremos contato, por isso, apresentar-se e quebrar o gelo com o Script criado para esta situação. Após isso, pedir se pode ter o contato do responsável pelas compras da empresa para uma parceria de sucesso.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Após toda conversa com o lojista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, encaminhar no e-mail dele uma apresentação Mais Granel e nossos produtos. Assim, passaremos credibilidade ao lojista. 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Mostrar nossos resultados, ter feedbacks de clientes salvos em uma pasta, para quando o lojista ficar em dúvida se somos confiáveis. Isso passará toda confiança necessária para o prospect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2477475" y="760625"/>
            <a:ext cx="7835400" cy="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1. Buscar o Cliente: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Jogando no Google, TikTok (onde hoje vários lojistas usam para impulsionar seu negócio), Instagram ou site de indicação.</a:t>
            </a:r>
            <a:endParaRPr sz="2000">
              <a:solidFill>
                <a:srgbClr val="474548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/>
          <p:nvPr/>
        </p:nvSpPr>
        <p:spPr>
          <a:xfrm>
            <a:off x="2678623" y="2436919"/>
            <a:ext cx="6767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1778514" y="2595524"/>
            <a:ext cx="228600" cy="43180"/>
          </a:xfrm>
          <a:custGeom>
            <a:rect b="b" l="l" r="r" t="t"/>
            <a:pathLst>
              <a:path extrusionOk="0" h="43180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1778514" y="3211598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1778514" y="3822156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1778514" y="4718325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1778514" y="5344493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 txBox="1"/>
          <p:nvPr>
            <p:ph type="title"/>
          </p:nvPr>
        </p:nvSpPr>
        <p:spPr>
          <a:xfrm>
            <a:off x="2423175" y="356025"/>
            <a:ext cx="62103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3025">
            <a:spAutoFit/>
          </a:bodyPr>
          <a:lstStyle/>
          <a:p>
            <a:pPr indent="0" lvl="0" marL="0" marR="15240" rtl="0" algn="l">
              <a:lnSpc>
                <a:spcPct val="10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Reativação de clientes</a:t>
            </a:r>
            <a:endParaRPr/>
          </a:p>
        </p:txBody>
      </p:sp>
      <p:sp>
        <p:nvSpPr>
          <p:cNvPr id="157" name="Google Shape;157;p8"/>
          <p:cNvSpPr txBox="1"/>
          <p:nvPr/>
        </p:nvSpPr>
        <p:spPr>
          <a:xfrm>
            <a:off x="2444875" y="1227875"/>
            <a:ext cx="8149500" cy="57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Desenvolvimento de uma Oferta Personalizada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Desconto ou Promoção: 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Crie uma oferta específica, como um desconto significativo ou uma promoção em produtos que o cliente 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costuma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comprar.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Pacote Especial: 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Ofereça um pacote de produtos com itens que ele mencionou ou que estão alinhados com suas preferências.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Criar Campanhas Segmentadas: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Usar plataformas de e-mail marketing para enviar campanhas específicas para clientes inativos, destacando a nova oferta.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Automatizar Follow-Ups: 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Configurar lembretes para seguir com um novo e-mail ou mensagem se não houver resposta dentro de uma semana.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Introdução de Incentivos: 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Se ainda não tiver, implementar um programa de fidelidade que recompense compras repetidas, incentivando o retorno.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Lembrete Amigável: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Se o cliente não responder à oferta inicial, fazer um follow-up amigável por e-mail ou mensagem para lembrá-lo da oferta e perguntar se há mais alguma dúvida.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Análise de Resultados: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Monitorar as taxas de abertura, cliques e conversões para entender a eficácia das campanhas.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Ajustes Necessários: 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Baseado nas métricas, ajustar a estratégia para melhorar o engajamento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/>
          <p:nvPr>
            <p:ph type="title"/>
          </p:nvPr>
        </p:nvSpPr>
        <p:spPr>
          <a:xfrm>
            <a:off x="2649675" y="568225"/>
            <a:ext cx="6792900" cy="5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5">
            <a:spAutoFit/>
          </a:bodyPr>
          <a:lstStyle/>
          <a:p>
            <a:pPr indent="0" lvl="0" marL="12700" marR="15240" rtl="0" algn="l">
              <a:lnSpc>
                <a:spcPct val="10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latin typeface="Sora Medium"/>
                <a:ea typeface="Sora Medium"/>
                <a:cs typeface="Sora Medium"/>
                <a:sym typeface="Sora Medium"/>
              </a:rPr>
              <a:t>Reativação de clientes</a:t>
            </a:r>
            <a:endParaRPr/>
          </a:p>
        </p:txBody>
      </p:sp>
      <p:sp>
        <p:nvSpPr>
          <p:cNvPr id="163" name="Google Shape;163;p11"/>
          <p:cNvSpPr txBox="1"/>
          <p:nvPr/>
        </p:nvSpPr>
        <p:spPr>
          <a:xfrm>
            <a:off x="2624273" y="2246419"/>
            <a:ext cx="6901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95503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1778514" y="2405024"/>
            <a:ext cx="228600" cy="43180"/>
          </a:xfrm>
          <a:custGeom>
            <a:rect b="b" l="l" r="r" t="t"/>
            <a:pathLst>
              <a:path extrusionOk="0" h="43180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"/>
          <p:cNvSpPr/>
          <p:nvPr/>
        </p:nvSpPr>
        <p:spPr>
          <a:xfrm>
            <a:off x="1778514" y="3312890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"/>
          <p:cNvSpPr/>
          <p:nvPr/>
        </p:nvSpPr>
        <p:spPr>
          <a:xfrm>
            <a:off x="1778514" y="3955241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"/>
          <p:cNvSpPr/>
          <p:nvPr/>
        </p:nvSpPr>
        <p:spPr>
          <a:xfrm>
            <a:off x="1778514" y="4851410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1"/>
          <p:cNvSpPr txBox="1"/>
          <p:nvPr/>
        </p:nvSpPr>
        <p:spPr>
          <a:xfrm>
            <a:off x="1359450" y="1477800"/>
            <a:ext cx="9225300" cy="55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Identificar clientes que não compram há mais de X meses.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Analisar histórico de compras para entender padrões e preferências.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Classificar por categorias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: volume de compras, tipo de produtos adquiridos, e razões potenciais parsa inatividade.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-Introdução: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Relembrar a empresa e a relação anterior.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-Identificar motivos de inatividade: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Perguntar como estão e se houve mudanças nas necessidades.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-Apresentar novidades: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Produtos novos ou melhorias desde a última compra.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Definir horários estratégicos para chamadas.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Registrar interações em CRM para acompanhamento.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Acompanhar taxas de reativação e feedback dos clientes.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Analisar KPIs: 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número de clientes reativados, vendas geradas.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Revisar e adaptar a abordagem com base nos resultados e feedback.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Considerações Finais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Focar em construir um relacionamento duradouro e mostrar que a empresa valoriza a parceria pode ser o diferencial na reativação.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/>
          <p:nvPr>
            <p:ph type="title"/>
          </p:nvPr>
        </p:nvSpPr>
        <p:spPr>
          <a:xfrm>
            <a:off x="3008248" y="625971"/>
            <a:ext cx="4353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latin typeface="Sora Medium"/>
                <a:ea typeface="Sora Medium"/>
                <a:cs typeface="Sora Medium"/>
                <a:sym typeface="Sora Medium"/>
              </a:rPr>
              <a:t>Em Prospecção</a:t>
            </a:r>
            <a:endParaRPr/>
          </a:p>
        </p:txBody>
      </p:sp>
      <p:sp>
        <p:nvSpPr>
          <p:cNvPr id="174" name="Google Shape;174;p9"/>
          <p:cNvSpPr txBox="1"/>
          <p:nvPr/>
        </p:nvSpPr>
        <p:spPr>
          <a:xfrm>
            <a:off x="1465250" y="2140775"/>
            <a:ext cx="9051600" cy="5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2. Segmentação do Público-Alvo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Identificar nichos de mercado: lojas de produtos naturais, restaurantes saudáveis, distribuidores de alimentos orgânicos, etc.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Criar perfis de clientes ideais: tamanho da empresa, localização, volume de compras.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3. Construção da Lista de Leads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Pesquisa em bancos de dados e redes sociais.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Participação em eventos e feiras do setor para coletar contatos.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Parcerias com associações do setor  para acesso a listas de empresas.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4.Desenvolvimento de Script de Vendas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Introdução: Apresentação da empresa e dos produtos.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Identificação de necessidades: Perguntas abertas para entender o contexto do cliente.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Apresentação de soluções: Como seus produtos podem resolver problemas ou agregar valor.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Chamada para ação: Proposta de agendamento de uma reunião ou envio de amostras.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5.Treinamento da Equipe de Telemarketing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Treinamento em técnicas de vendas e conhecimento sobre produtos naturais.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Simulações de chamadas para aperfeiçoar a abordagem.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Feedback contínuo para melhorias nas interações.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2356300" y="1275675"/>
            <a:ext cx="80193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1. Definição de Objetivos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-Aumentar a base de clientes em % nos próximos 6 meses.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-Identificar oportunidades de cross-selling e up-selling com clientes existentes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 txBox="1"/>
          <p:nvPr/>
        </p:nvSpPr>
        <p:spPr>
          <a:xfrm>
            <a:off x="2624273" y="2246419"/>
            <a:ext cx="6544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1778514" y="2405024"/>
            <a:ext cx="228600" cy="43180"/>
          </a:xfrm>
          <a:custGeom>
            <a:rect b="b" l="l" r="r" t="t"/>
            <a:pathLst>
              <a:path extrusionOk="0" h="43180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1778514" y="3300190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1778514" y="4272741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1778514" y="5168910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1778514" y="6085871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 txBox="1"/>
          <p:nvPr>
            <p:ph type="title"/>
          </p:nvPr>
        </p:nvSpPr>
        <p:spPr>
          <a:xfrm>
            <a:off x="2624273" y="869308"/>
            <a:ext cx="5960100" cy="5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5">
            <a:spAutoFit/>
          </a:bodyPr>
          <a:lstStyle/>
          <a:p>
            <a:pPr indent="0" lvl="0" marL="12700" marR="15240" rtl="0" algn="l">
              <a:lnSpc>
                <a:spcPct val="10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latin typeface="Sora Medium"/>
                <a:ea typeface="Sora Medium"/>
                <a:cs typeface="Sora Medium"/>
                <a:sym typeface="Sora Medium"/>
              </a:rPr>
              <a:t>Em Prospecção</a:t>
            </a:r>
            <a:endParaRPr/>
          </a:p>
        </p:txBody>
      </p:sp>
      <p:sp>
        <p:nvSpPr>
          <p:cNvPr id="187" name="Google Shape;187;p10"/>
          <p:cNvSpPr txBox="1"/>
          <p:nvPr/>
        </p:nvSpPr>
        <p:spPr>
          <a:xfrm>
            <a:off x="2368825" y="869300"/>
            <a:ext cx="82800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74548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88" name="Google Shape;188;p10"/>
          <p:cNvSpPr txBox="1"/>
          <p:nvPr/>
        </p:nvSpPr>
        <p:spPr>
          <a:xfrm>
            <a:off x="1575600" y="1803775"/>
            <a:ext cx="9192900" cy="54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6.Execução das Ligações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Definir horários ideais para ligações (ex: manhãs ou tardes específicas).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Registrar todas as interações no sistema de CRM.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Follow-up: Após a primeira ligação, realizar follow-ups conforme necessário.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7.Monitoramento e Análise de Resultados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KPIs a serem acompanhados: taxa de conversão, número de reuniões agendadas, feedback dos clientes.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Revisões mensais para ajustar a estratégia com base nos resultados obtidos.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8.Feedback e Melhoria Contínua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Recolher feedback da equipe sobre as ligações e a receptividade dos leads.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Ajustar o script e a abordagem com base nas interações reais.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9. Estratégias Complementares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E-mail marketing para complementar as ligações, oferecendo conteúdos relevantes.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Considerações Finais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Ser persistente, mas respeitoso, e personalizar as abordagens com base nas interações anteriores. O foco deve ser sempre em construir um relacionamento de confiança.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/>
          <p:nvPr/>
        </p:nvSpPr>
        <p:spPr>
          <a:xfrm>
            <a:off x="2944754" y="2092319"/>
            <a:ext cx="7193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1778514" y="2405024"/>
            <a:ext cx="228600" cy="43180"/>
          </a:xfrm>
          <a:custGeom>
            <a:rect b="b" l="l" r="r" t="t"/>
            <a:pathLst>
              <a:path extrusionOk="0" h="43180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"/>
          <p:cNvSpPr/>
          <p:nvPr/>
        </p:nvSpPr>
        <p:spPr>
          <a:xfrm>
            <a:off x="1778514" y="3312890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"/>
          <p:cNvSpPr txBox="1"/>
          <p:nvPr>
            <p:ph type="title"/>
          </p:nvPr>
        </p:nvSpPr>
        <p:spPr>
          <a:xfrm>
            <a:off x="2649673" y="568245"/>
            <a:ext cx="5629800" cy="5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5">
            <a:spAutoFit/>
          </a:bodyPr>
          <a:lstStyle/>
          <a:p>
            <a:pPr indent="0" lvl="0" marL="12700" marR="15240" rtl="0" algn="l">
              <a:lnSpc>
                <a:spcPct val="10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latin typeface="Sora Medium"/>
                <a:ea typeface="Sora Medium"/>
                <a:cs typeface="Sora Medium"/>
                <a:sym typeface="Sora Medium"/>
              </a:rPr>
              <a:t>Organização da carteira </a:t>
            </a:r>
            <a:endParaRPr/>
          </a:p>
        </p:txBody>
      </p:sp>
      <p:sp>
        <p:nvSpPr>
          <p:cNvPr id="197" name="Google Shape;197;p12"/>
          <p:cNvSpPr txBox="1"/>
          <p:nvPr/>
        </p:nvSpPr>
        <p:spPr>
          <a:xfrm>
            <a:off x="1358275" y="1456075"/>
            <a:ext cx="9236100" cy="55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Segmentação dos Clientes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Classificar por prioridade: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volume de compras, potencial de reativação ou tempo de inatividade.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Dividir em categorias: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clientes ativos, inativos recentes e inativo antigo.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Planejamento de Contato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Definir metas diárias: 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por exemplo, contatar 10-15 clientes por dia.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Ativos: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Programar follow-ups regulares para fidelização.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Inativos Recentes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: Criar campanhas de reativação (promoções ou feedback).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Inativos Antigos: 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Desenvolver uma estratégia de reconexão, como ligações ou e-mails personalizados.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Monitoramento e Ajustes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Revisar semanalmente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os resultados e ajustar a estratégia conforme necessário.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74548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74548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"/>
          <p:cNvSpPr/>
          <p:nvPr/>
        </p:nvSpPr>
        <p:spPr>
          <a:xfrm>
            <a:off x="1411541" y="1103058"/>
            <a:ext cx="885825" cy="601980"/>
          </a:xfrm>
          <a:custGeom>
            <a:rect b="b" l="l" r="r" t="t"/>
            <a:pathLst>
              <a:path extrusionOk="0" h="601980" w="885825">
                <a:moveTo>
                  <a:pt x="421690" y="447865"/>
                </a:moveTo>
                <a:lnTo>
                  <a:pt x="350481" y="375958"/>
                </a:lnTo>
                <a:lnTo>
                  <a:pt x="350481" y="447865"/>
                </a:lnTo>
                <a:lnTo>
                  <a:pt x="282079" y="516953"/>
                </a:lnTo>
                <a:lnTo>
                  <a:pt x="244525" y="542124"/>
                </a:lnTo>
                <a:lnTo>
                  <a:pt x="201764" y="550506"/>
                </a:lnTo>
                <a:lnTo>
                  <a:pt x="159004" y="542124"/>
                </a:lnTo>
                <a:lnTo>
                  <a:pt x="121450" y="516953"/>
                </a:lnTo>
                <a:lnTo>
                  <a:pt x="71069" y="466090"/>
                </a:lnTo>
                <a:lnTo>
                  <a:pt x="65481" y="457555"/>
                </a:lnTo>
                <a:lnTo>
                  <a:pt x="63614" y="447865"/>
                </a:lnTo>
                <a:lnTo>
                  <a:pt x="65481" y="438162"/>
                </a:lnTo>
                <a:lnTo>
                  <a:pt x="71069" y="429641"/>
                </a:lnTo>
                <a:lnTo>
                  <a:pt x="121450" y="378777"/>
                </a:lnTo>
                <a:lnTo>
                  <a:pt x="159029" y="353593"/>
                </a:lnTo>
                <a:lnTo>
                  <a:pt x="201764" y="345186"/>
                </a:lnTo>
                <a:lnTo>
                  <a:pt x="244500" y="353593"/>
                </a:lnTo>
                <a:lnTo>
                  <a:pt x="282079" y="378777"/>
                </a:lnTo>
                <a:lnTo>
                  <a:pt x="350481" y="447865"/>
                </a:lnTo>
                <a:lnTo>
                  <a:pt x="350481" y="375958"/>
                </a:lnTo>
                <a:lnTo>
                  <a:pt x="320014" y="345186"/>
                </a:lnTo>
                <a:lnTo>
                  <a:pt x="278307" y="313436"/>
                </a:lnTo>
                <a:lnTo>
                  <a:pt x="233210" y="297383"/>
                </a:lnTo>
                <a:lnTo>
                  <a:pt x="201764" y="294335"/>
                </a:lnTo>
                <a:lnTo>
                  <a:pt x="185915" y="295097"/>
                </a:lnTo>
                <a:lnTo>
                  <a:pt x="140081" y="306451"/>
                </a:lnTo>
                <a:lnTo>
                  <a:pt x="98069" y="331660"/>
                </a:lnTo>
                <a:lnTo>
                  <a:pt x="12827" y="416572"/>
                </a:lnTo>
                <a:lnTo>
                  <a:pt x="0" y="447865"/>
                </a:lnTo>
                <a:lnTo>
                  <a:pt x="3200" y="464515"/>
                </a:lnTo>
                <a:lnTo>
                  <a:pt x="85864" y="552907"/>
                </a:lnTo>
                <a:lnTo>
                  <a:pt x="125222" y="582295"/>
                </a:lnTo>
                <a:lnTo>
                  <a:pt x="170319" y="598347"/>
                </a:lnTo>
                <a:lnTo>
                  <a:pt x="201764" y="601395"/>
                </a:lnTo>
                <a:lnTo>
                  <a:pt x="217614" y="600633"/>
                </a:lnTo>
                <a:lnTo>
                  <a:pt x="263448" y="589280"/>
                </a:lnTo>
                <a:lnTo>
                  <a:pt x="305460" y="564083"/>
                </a:lnTo>
                <a:lnTo>
                  <a:pt x="320040" y="550506"/>
                </a:lnTo>
                <a:lnTo>
                  <a:pt x="421690" y="447865"/>
                </a:lnTo>
                <a:close/>
              </a:path>
              <a:path extrusionOk="0" h="601980" w="885825">
                <a:moveTo>
                  <a:pt x="594702" y="204546"/>
                </a:moveTo>
                <a:lnTo>
                  <a:pt x="587933" y="157353"/>
                </a:lnTo>
                <a:lnTo>
                  <a:pt x="567461" y="113080"/>
                </a:lnTo>
                <a:lnTo>
                  <a:pt x="544309" y="85077"/>
                </a:lnTo>
                <a:lnTo>
                  <a:pt x="544309" y="204546"/>
                </a:lnTo>
                <a:lnTo>
                  <a:pt x="536003" y="247726"/>
                </a:lnTo>
                <a:lnTo>
                  <a:pt x="511098" y="285648"/>
                </a:lnTo>
                <a:lnTo>
                  <a:pt x="442696" y="354736"/>
                </a:lnTo>
                <a:lnTo>
                  <a:pt x="374294" y="285648"/>
                </a:lnTo>
                <a:lnTo>
                  <a:pt x="349389" y="247726"/>
                </a:lnTo>
                <a:lnTo>
                  <a:pt x="341083" y="204546"/>
                </a:lnTo>
                <a:lnTo>
                  <a:pt x="349389" y="161353"/>
                </a:lnTo>
                <a:lnTo>
                  <a:pt x="374294" y="123431"/>
                </a:lnTo>
                <a:lnTo>
                  <a:pt x="423633" y="73609"/>
                </a:lnTo>
                <a:lnTo>
                  <a:pt x="432549" y="67627"/>
                </a:lnTo>
                <a:lnTo>
                  <a:pt x="442696" y="65633"/>
                </a:lnTo>
                <a:lnTo>
                  <a:pt x="452843" y="67627"/>
                </a:lnTo>
                <a:lnTo>
                  <a:pt x="461759" y="73609"/>
                </a:lnTo>
                <a:lnTo>
                  <a:pt x="511098" y="123431"/>
                </a:lnTo>
                <a:lnTo>
                  <a:pt x="536003" y="161353"/>
                </a:lnTo>
                <a:lnTo>
                  <a:pt x="544309" y="204546"/>
                </a:lnTo>
                <a:lnTo>
                  <a:pt x="544309" y="85077"/>
                </a:lnTo>
                <a:lnTo>
                  <a:pt x="525068" y="65633"/>
                </a:lnTo>
                <a:lnTo>
                  <a:pt x="472389" y="12420"/>
                </a:lnTo>
                <a:lnTo>
                  <a:pt x="458495" y="3111"/>
                </a:lnTo>
                <a:lnTo>
                  <a:pt x="442696" y="0"/>
                </a:lnTo>
                <a:lnTo>
                  <a:pt x="426897" y="3111"/>
                </a:lnTo>
                <a:lnTo>
                  <a:pt x="338696" y="87477"/>
                </a:lnTo>
                <a:lnTo>
                  <a:pt x="309600" y="127254"/>
                </a:lnTo>
                <a:lnTo>
                  <a:pt x="293700" y="172796"/>
                </a:lnTo>
                <a:lnTo>
                  <a:pt x="290690" y="204546"/>
                </a:lnTo>
                <a:lnTo>
                  <a:pt x="291439" y="220560"/>
                </a:lnTo>
                <a:lnTo>
                  <a:pt x="302691" y="266827"/>
                </a:lnTo>
                <a:lnTo>
                  <a:pt x="327621" y="309283"/>
                </a:lnTo>
                <a:lnTo>
                  <a:pt x="442696" y="426631"/>
                </a:lnTo>
                <a:lnTo>
                  <a:pt x="513892" y="354736"/>
                </a:lnTo>
                <a:lnTo>
                  <a:pt x="546696" y="321614"/>
                </a:lnTo>
                <a:lnTo>
                  <a:pt x="575792" y="281838"/>
                </a:lnTo>
                <a:lnTo>
                  <a:pt x="591693" y="236308"/>
                </a:lnTo>
                <a:lnTo>
                  <a:pt x="593953" y="220560"/>
                </a:lnTo>
                <a:lnTo>
                  <a:pt x="594702" y="204546"/>
                </a:lnTo>
                <a:close/>
              </a:path>
              <a:path extrusionOk="0" h="601980" w="885825">
                <a:moveTo>
                  <a:pt x="885825" y="447878"/>
                </a:moveTo>
                <a:lnTo>
                  <a:pt x="882700" y="431622"/>
                </a:lnTo>
                <a:lnTo>
                  <a:pt x="873328" y="417360"/>
                </a:lnTo>
                <a:lnTo>
                  <a:pt x="816889" y="360375"/>
                </a:lnTo>
                <a:lnTo>
                  <a:pt x="816889" y="447878"/>
                </a:lnTo>
                <a:lnTo>
                  <a:pt x="814158" y="462026"/>
                </a:lnTo>
                <a:lnTo>
                  <a:pt x="763930" y="516953"/>
                </a:lnTo>
                <a:lnTo>
                  <a:pt x="727138" y="541832"/>
                </a:lnTo>
                <a:lnTo>
                  <a:pt x="683628" y="550494"/>
                </a:lnTo>
                <a:lnTo>
                  <a:pt x="661276" y="548297"/>
                </a:lnTo>
                <a:lnTo>
                  <a:pt x="640118" y="541832"/>
                </a:lnTo>
                <a:lnTo>
                  <a:pt x="620623" y="531317"/>
                </a:lnTo>
                <a:lnTo>
                  <a:pt x="603313" y="516953"/>
                </a:lnTo>
                <a:lnTo>
                  <a:pt x="534911" y="447878"/>
                </a:lnTo>
                <a:lnTo>
                  <a:pt x="603313" y="378790"/>
                </a:lnTo>
                <a:lnTo>
                  <a:pt x="620623" y="364426"/>
                </a:lnTo>
                <a:lnTo>
                  <a:pt x="640118" y="353910"/>
                </a:lnTo>
                <a:lnTo>
                  <a:pt x="661276" y="347446"/>
                </a:lnTo>
                <a:lnTo>
                  <a:pt x="683628" y="345249"/>
                </a:lnTo>
                <a:lnTo>
                  <a:pt x="705967" y="347446"/>
                </a:lnTo>
                <a:lnTo>
                  <a:pt x="746620" y="364426"/>
                </a:lnTo>
                <a:lnTo>
                  <a:pt x="805967" y="421233"/>
                </a:lnTo>
                <a:lnTo>
                  <a:pt x="816889" y="447878"/>
                </a:lnTo>
                <a:lnTo>
                  <a:pt x="816889" y="360375"/>
                </a:lnTo>
                <a:lnTo>
                  <a:pt x="801916" y="345249"/>
                </a:lnTo>
                <a:lnTo>
                  <a:pt x="799528" y="342836"/>
                </a:lnTo>
                <a:lnTo>
                  <a:pt x="787323" y="331660"/>
                </a:lnTo>
                <a:lnTo>
                  <a:pt x="745299" y="306463"/>
                </a:lnTo>
                <a:lnTo>
                  <a:pt x="699477" y="295109"/>
                </a:lnTo>
                <a:lnTo>
                  <a:pt x="683628" y="294347"/>
                </a:lnTo>
                <a:lnTo>
                  <a:pt x="667766" y="295109"/>
                </a:lnTo>
                <a:lnTo>
                  <a:pt x="621944" y="306463"/>
                </a:lnTo>
                <a:lnTo>
                  <a:pt x="579920" y="331660"/>
                </a:lnTo>
                <a:lnTo>
                  <a:pt x="463715" y="447878"/>
                </a:lnTo>
                <a:lnTo>
                  <a:pt x="567715" y="552919"/>
                </a:lnTo>
                <a:lnTo>
                  <a:pt x="607085" y="582295"/>
                </a:lnTo>
                <a:lnTo>
                  <a:pt x="652170" y="598360"/>
                </a:lnTo>
                <a:lnTo>
                  <a:pt x="683628" y="601408"/>
                </a:lnTo>
                <a:lnTo>
                  <a:pt x="699477" y="600646"/>
                </a:lnTo>
                <a:lnTo>
                  <a:pt x="745299" y="589280"/>
                </a:lnTo>
                <a:lnTo>
                  <a:pt x="787323" y="564083"/>
                </a:lnTo>
                <a:lnTo>
                  <a:pt x="801928" y="550494"/>
                </a:lnTo>
                <a:lnTo>
                  <a:pt x="873328" y="478358"/>
                </a:lnTo>
                <a:lnTo>
                  <a:pt x="882700" y="464083"/>
                </a:lnTo>
                <a:lnTo>
                  <a:pt x="885825" y="447878"/>
                </a:lnTo>
                <a:close/>
              </a:path>
            </a:pathLst>
          </a:custGeom>
          <a:solidFill>
            <a:srgbClr val="F6892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5"/>
          <p:cNvSpPr/>
          <p:nvPr/>
        </p:nvSpPr>
        <p:spPr>
          <a:xfrm>
            <a:off x="0" y="0"/>
            <a:ext cx="1099820" cy="7560309"/>
          </a:xfrm>
          <a:custGeom>
            <a:rect b="b" l="l" r="r" t="t"/>
            <a:pathLst>
              <a:path extrusionOk="0" h="7560309" w="1099820">
                <a:moveTo>
                  <a:pt x="1099529" y="0"/>
                </a:moveTo>
                <a:lnTo>
                  <a:pt x="1" y="0"/>
                </a:lnTo>
                <a:lnTo>
                  <a:pt x="1" y="7560005"/>
                </a:lnTo>
                <a:lnTo>
                  <a:pt x="47696" y="7558989"/>
                </a:lnTo>
                <a:lnTo>
                  <a:pt x="94872" y="7555969"/>
                </a:lnTo>
                <a:lnTo>
                  <a:pt x="141488" y="7550986"/>
                </a:lnTo>
                <a:lnTo>
                  <a:pt x="187502" y="7544081"/>
                </a:lnTo>
                <a:lnTo>
                  <a:pt x="232874" y="7535296"/>
                </a:lnTo>
                <a:lnTo>
                  <a:pt x="277561" y="7524671"/>
                </a:lnTo>
                <a:lnTo>
                  <a:pt x="321524" y="7512249"/>
                </a:lnTo>
                <a:lnTo>
                  <a:pt x="364720" y="7498070"/>
                </a:lnTo>
                <a:lnTo>
                  <a:pt x="407108" y="7482176"/>
                </a:lnTo>
                <a:lnTo>
                  <a:pt x="448647" y="7464607"/>
                </a:lnTo>
                <a:lnTo>
                  <a:pt x="489295" y="7445406"/>
                </a:lnTo>
                <a:lnTo>
                  <a:pt x="529012" y="7424612"/>
                </a:lnTo>
                <a:lnTo>
                  <a:pt x="567757" y="7402269"/>
                </a:lnTo>
                <a:lnTo>
                  <a:pt x="605487" y="7378416"/>
                </a:lnTo>
                <a:lnTo>
                  <a:pt x="642162" y="7353096"/>
                </a:lnTo>
                <a:lnTo>
                  <a:pt x="677740" y="7326348"/>
                </a:lnTo>
                <a:lnTo>
                  <a:pt x="712181" y="7298216"/>
                </a:lnTo>
                <a:lnTo>
                  <a:pt x="745443" y="7268739"/>
                </a:lnTo>
                <a:lnTo>
                  <a:pt x="777484" y="7237960"/>
                </a:lnTo>
                <a:lnTo>
                  <a:pt x="808263" y="7205919"/>
                </a:lnTo>
                <a:lnTo>
                  <a:pt x="837740" y="7172657"/>
                </a:lnTo>
                <a:lnTo>
                  <a:pt x="865872" y="7138217"/>
                </a:lnTo>
                <a:lnTo>
                  <a:pt x="892620" y="7102638"/>
                </a:lnTo>
                <a:lnTo>
                  <a:pt x="917940" y="7065963"/>
                </a:lnTo>
                <a:lnTo>
                  <a:pt x="941793" y="7028233"/>
                </a:lnTo>
                <a:lnTo>
                  <a:pt x="964136" y="6989488"/>
                </a:lnTo>
                <a:lnTo>
                  <a:pt x="984930" y="6949771"/>
                </a:lnTo>
                <a:lnTo>
                  <a:pt x="1004131" y="6909123"/>
                </a:lnTo>
                <a:lnTo>
                  <a:pt x="1021700" y="6867584"/>
                </a:lnTo>
                <a:lnTo>
                  <a:pt x="1037594" y="6825196"/>
                </a:lnTo>
                <a:lnTo>
                  <a:pt x="1051773" y="6782000"/>
                </a:lnTo>
                <a:lnTo>
                  <a:pt x="1064195" y="6738037"/>
                </a:lnTo>
                <a:lnTo>
                  <a:pt x="1074820" y="6693350"/>
                </a:lnTo>
                <a:lnTo>
                  <a:pt x="1083605" y="6647978"/>
                </a:lnTo>
                <a:lnTo>
                  <a:pt x="1090510" y="6601964"/>
                </a:lnTo>
                <a:lnTo>
                  <a:pt x="1095493" y="6555348"/>
                </a:lnTo>
                <a:lnTo>
                  <a:pt x="1098513" y="6508172"/>
                </a:lnTo>
                <a:lnTo>
                  <a:pt x="1099529" y="6460477"/>
                </a:lnTo>
                <a:lnTo>
                  <a:pt x="1099529" y="0"/>
                </a:lnTo>
                <a:close/>
              </a:path>
            </a:pathLst>
          </a:custGeom>
          <a:solidFill>
            <a:srgbClr val="F6892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0539" y="7066939"/>
            <a:ext cx="1185166" cy="250234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5"/>
          <p:cNvSpPr txBox="1"/>
          <p:nvPr>
            <p:ph type="title"/>
          </p:nvPr>
        </p:nvSpPr>
        <p:spPr>
          <a:xfrm>
            <a:off x="2553586" y="1019457"/>
            <a:ext cx="7180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Rotina de atendimento</a:t>
            </a:r>
            <a:endParaRPr/>
          </a:p>
        </p:txBody>
      </p:sp>
      <p:sp>
        <p:nvSpPr>
          <p:cNvPr id="206" name="Google Shape;206;p15"/>
          <p:cNvSpPr txBox="1"/>
          <p:nvPr/>
        </p:nvSpPr>
        <p:spPr>
          <a:xfrm>
            <a:off x="2597137" y="2943989"/>
            <a:ext cx="6999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196340" rtl="0" algn="l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 txBox="1"/>
          <p:nvPr/>
        </p:nvSpPr>
        <p:spPr>
          <a:xfrm>
            <a:off x="1282175" y="1586450"/>
            <a:ext cx="9279600" cy="52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Estabelecer horários fixos para as ligações.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    - Iniciando sempre por inativos antigos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    - Após inativos antigos, inativos recentes 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    - Finalizar com Ativos (que já estejam dentro do período de contatar).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i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Salvo clientes que são ativos e já possuem seus horários de preferência a serem atendidos, mas, tudo após ver informações no CRM será ajustado.</a:t>
            </a:r>
            <a:endParaRPr i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2. Misturar os tipos de clientes para manter a diversidade e engajamento.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    - Se foram 6 Inativos recentes e 6 inativos antigos, serão 3 ativos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i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Pode ser alterado após início de atendimentos, conforme o tempo que será levado com cada cliente. Levando em consideração que em 9 horas trabalhadas teremos 36 MIN para atender cada cliente. </a:t>
            </a:r>
            <a:endParaRPr i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Definir metas diárias: por exemplo, contatar 15 clientes por dia (OU MAIS).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1. Revisar Meta: 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Checar as metas diárias e semanais para se manter focado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2. Analisar Leads: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Revisar a lista de leads e clientes a serem contatados no dia, seguindo a linha de atendimento listado 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acima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3. Treinamento Rápido: 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Fazer uma breve revisão de técnicas de vendas ou de um script específico.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4. Planejamento das Chamadas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: Definir uma estratégia para o dia, incluindo objetivos claros para cada chamada.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5. Redes sociais: 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Ver e-mails e WhatsApp recebidos e respondê-los.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6. CRM: 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Caso tenha necessidade, organizar o CRM para o próximo dia de vendas. 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7. Pedidos: </a:t>
            </a: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Verificar os pedidos que vem do e-commerce para incluir mais itens e dar um 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retorno com detalhes para o cliente.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/>
          <p:nvPr/>
        </p:nvSpPr>
        <p:spPr>
          <a:xfrm>
            <a:off x="1411541" y="424357"/>
            <a:ext cx="885825" cy="601980"/>
          </a:xfrm>
          <a:custGeom>
            <a:rect b="b" l="l" r="r" t="t"/>
            <a:pathLst>
              <a:path extrusionOk="0" h="601980" w="885825">
                <a:moveTo>
                  <a:pt x="421690" y="447852"/>
                </a:moveTo>
                <a:lnTo>
                  <a:pt x="350481" y="375958"/>
                </a:lnTo>
                <a:lnTo>
                  <a:pt x="350481" y="447852"/>
                </a:lnTo>
                <a:lnTo>
                  <a:pt x="282079" y="516940"/>
                </a:lnTo>
                <a:lnTo>
                  <a:pt x="244525" y="542112"/>
                </a:lnTo>
                <a:lnTo>
                  <a:pt x="201764" y="550506"/>
                </a:lnTo>
                <a:lnTo>
                  <a:pt x="159004" y="542112"/>
                </a:lnTo>
                <a:lnTo>
                  <a:pt x="121450" y="516940"/>
                </a:lnTo>
                <a:lnTo>
                  <a:pt x="71069" y="466077"/>
                </a:lnTo>
                <a:lnTo>
                  <a:pt x="65481" y="457555"/>
                </a:lnTo>
                <a:lnTo>
                  <a:pt x="63614" y="447852"/>
                </a:lnTo>
                <a:lnTo>
                  <a:pt x="65481" y="438162"/>
                </a:lnTo>
                <a:lnTo>
                  <a:pt x="71069" y="429628"/>
                </a:lnTo>
                <a:lnTo>
                  <a:pt x="121450" y="378764"/>
                </a:lnTo>
                <a:lnTo>
                  <a:pt x="159029" y="353580"/>
                </a:lnTo>
                <a:lnTo>
                  <a:pt x="201764" y="345186"/>
                </a:lnTo>
                <a:lnTo>
                  <a:pt x="244500" y="353580"/>
                </a:lnTo>
                <a:lnTo>
                  <a:pt x="282079" y="378764"/>
                </a:lnTo>
                <a:lnTo>
                  <a:pt x="350481" y="447852"/>
                </a:lnTo>
                <a:lnTo>
                  <a:pt x="350481" y="375958"/>
                </a:lnTo>
                <a:lnTo>
                  <a:pt x="320014" y="345186"/>
                </a:lnTo>
                <a:lnTo>
                  <a:pt x="317665" y="342811"/>
                </a:lnTo>
                <a:lnTo>
                  <a:pt x="305460" y="331660"/>
                </a:lnTo>
                <a:lnTo>
                  <a:pt x="263448" y="306438"/>
                </a:lnTo>
                <a:lnTo>
                  <a:pt x="217614" y="295097"/>
                </a:lnTo>
                <a:lnTo>
                  <a:pt x="201764" y="294322"/>
                </a:lnTo>
                <a:lnTo>
                  <a:pt x="185915" y="295097"/>
                </a:lnTo>
                <a:lnTo>
                  <a:pt x="140081" y="306438"/>
                </a:lnTo>
                <a:lnTo>
                  <a:pt x="98069" y="331660"/>
                </a:lnTo>
                <a:lnTo>
                  <a:pt x="12827" y="416560"/>
                </a:lnTo>
                <a:lnTo>
                  <a:pt x="0" y="447852"/>
                </a:lnTo>
                <a:lnTo>
                  <a:pt x="3200" y="464515"/>
                </a:lnTo>
                <a:lnTo>
                  <a:pt x="85864" y="552894"/>
                </a:lnTo>
                <a:lnTo>
                  <a:pt x="125222" y="582282"/>
                </a:lnTo>
                <a:lnTo>
                  <a:pt x="170319" y="598335"/>
                </a:lnTo>
                <a:lnTo>
                  <a:pt x="201764" y="601383"/>
                </a:lnTo>
                <a:lnTo>
                  <a:pt x="217614" y="600621"/>
                </a:lnTo>
                <a:lnTo>
                  <a:pt x="263448" y="589267"/>
                </a:lnTo>
                <a:lnTo>
                  <a:pt x="305460" y="564070"/>
                </a:lnTo>
                <a:lnTo>
                  <a:pt x="320040" y="550506"/>
                </a:lnTo>
                <a:lnTo>
                  <a:pt x="421690" y="447852"/>
                </a:lnTo>
                <a:close/>
              </a:path>
              <a:path extrusionOk="0" h="601980" w="885825">
                <a:moveTo>
                  <a:pt x="594702" y="204546"/>
                </a:moveTo>
                <a:lnTo>
                  <a:pt x="587933" y="157340"/>
                </a:lnTo>
                <a:lnTo>
                  <a:pt x="567461" y="113068"/>
                </a:lnTo>
                <a:lnTo>
                  <a:pt x="544309" y="85077"/>
                </a:lnTo>
                <a:lnTo>
                  <a:pt x="544309" y="204546"/>
                </a:lnTo>
                <a:lnTo>
                  <a:pt x="536003" y="247713"/>
                </a:lnTo>
                <a:lnTo>
                  <a:pt x="511098" y="285648"/>
                </a:lnTo>
                <a:lnTo>
                  <a:pt x="442696" y="354736"/>
                </a:lnTo>
                <a:lnTo>
                  <a:pt x="374294" y="285648"/>
                </a:lnTo>
                <a:lnTo>
                  <a:pt x="349389" y="247713"/>
                </a:lnTo>
                <a:lnTo>
                  <a:pt x="341083" y="204546"/>
                </a:lnTo>
                <a:lnTo>
                  <a:pt x="349389" y="161353"/>
                </a:lnTo>
                <a:lnTo>
                  <a:pt x="374294" y="123431"/>
                </a:lnTo>
                <a:lnTo>
                  <a:pt x="423633" y="73609"/>
                </a:lnTo>
                <a:lnTo>
                  <a:pt x="432549" y="67627"/>
                </a:lnTo>
                <a:lnTo>
                  <a:pt x="442696" y="65633"/>
                </a:lnTo>
                <a:lnTo>
                  <a:pt x="452843" y="67627"/>
                </a:lnTo>
                <a:lnTo>
                  <a:pt x="461759" y="73609"/>
                </a:lnTo>
                <a:lnTo>
                  <a:pt x="511098" y="123431"/>
                </a:lnTo>
                <a:lnTo>
                  <a:pt x="536003" y="161353"/>
                </a:lnTo>
                <a:lnTo>
                  <a:pt x="544309" y="204546"/>
                </a:lnTo>
                <a:lnTo>
                  <a:pt x="544309" y="85077"/>
                </a:lnTo>
                <a:lnTo>
                  <a:pt x="525068" y="65633"/>
                </a:lnTo>
                <a:lnTo>
                  <a:pt x="472389" y="12420"/>
                </a:lnTo>
                <a:lnTo>
                  <a:pt x="458495" y="3111"/>
                </a:lnTo>
                <a:lnTo>
                  <a:pt x="442696" y="0"/>
                </a:lnTo>
                <a:lnTo>
                  <a:pt x="426897" y="3111"/>
                </a:lnTo>
                <a:lnTo>
                  <a:pt x="338696" y="87477"/>
                </a:lnTo>
                <a:lnTo>
                  <a:pt x="309600" y="127241"/>
                </a:lnTo>
                <a:lnTo>
                  <a:pt x="293700" y="172783"/>
                </a:lnTo>
                <a:lnTo>
                  <a:pt x="290690" y="204546"/>
                </a:lnTo>
                <a:lnTo>
                  <a:pt x="291439" y="220560"/>
                </a:lnTo>
                <a:lnTo>
                  <a:pt x="302691" y="266827"/>
                </a:lnTo>
                <a:lnTo>
                  <a:pt x="327621" y="309270"/>
                </a:lnTo>
                <a:lnTo>
                  <a:pt x="442696" y="426631"/>
                </a:lnTo>
                <a:lnTo>
                  <a:pt x="513892" y="354736"/>
                </a:lnTo>
                <a:lnTo>
                  <a:pt x="546696" y="321614"/>
                </a:lnTo>
                <a:lnTo>
                  <a:pt x="575792" y="281838"/>
                </a:lnTo>
                <a:lnTo>
                  <a:pt x="591693" y="236308"/>
                </a:lnTo>
                <a:lnTo>
                  <a:pt x="593953" y="220560"/>
                </a:lnTo>
                <a:lnTo>
                  <a:pt x="594702" y="204546"/>
                </a:lnTo>
                <a:close/>
              </a:path>
              <a:path extrusionOk="0" h="601980" w="885825">
                <a:moveTo>
                  <a:pt x="885825" y="447878"/>
                </a:moveTo>
                <a:lnTo>
                  <a:pt x="882700" y="431622"/>
                </a:lnTo>
                <a:lnTo>
                  <a:pt x="873328" y="417360"/>
                </a:lnTo>
                <a:lnTo>
                  <a:pt x="816889" y="360375"/>
                </a:lnTo>
                <a:lnTo>
                  <a:pt x="816889" y="447878"/>
                </a:lnTo>
                <a:lnTo>
                  <a:pt x="814158" y="462026"/>
                </a:lnTo>
                <a:lnTo>
                  <a:pt x="763930" y="516953"/>
                </a:lnTo>
                <a:lnTo>
                  <a:pt x="727138" y="541820"/>
                </a:lnTo>
                <a:lnTo>
                  <a:pt x="683628" y="550494"/>
                </a:lnTo>
                <a:lnTo>
                  <a:pt x="661276" y="548284"/>
                </a:lnTo>
                <a:lnTo>
                  <a:pt x="640118" y="541820"/>
                </a:lnTo>
                <a:lnTo>
                  <a:pt x="620623" y="531304"/>
                </a:lnTo>
                <a:lnTo>
                  <a:pt x="603313" y="516953"/>
                </a:lnTo>
                <a:lnTo>
                  <a:pt x="534911" y="447878"/>
                </a:lnTo>
                <a:lnTo>
                  <a:pt x="603313" y="378790"/>
                </a:lnTo>
                <a:lnTo>
                  <a:pt x="620623" y="364413"/>
                </a:lnTo>
                <a:lnTo>
                  <a:pt x="640118" y="353898"/>
                </a:lnTo>
                <a:lnTo>
                  <a:pt x="661276" y="347446"/>
                </a:lnTo>
                <a:lnTo>
                  <a:pt x="683628" y="345249"/>
                </a:lnTo>
                <a:lnTo>
                  <a:pt x="705967" y="347446"/>
                </a:lnTo>
                <a:lnTo>
                  <a:pt x="746620" y="364413"/>
                </a:lnTo>
                <a:lnTo>
                  <a:pt x="805967" y="421233"/>
                </a:lnTo>
                <a:lnTo>
                  <a:pt x="816889" y="447878"/>
                </a:lnTo>
                <a:lnTo>
                  <a:pt x="816889" y="360375"/>
                </a:lnTo>
                <a:lnTo>
                  <a:pt x="801916" y="345249"/>
                </a:lnTo>
                <a:lnTo>
                  <a:pt x="799528" y="342836"/>
                </a:lnTo>
                <a:lnTo>
                  <a:pt x="787323" y="331660"/>
                </a:lnTo>
                <a:lnTo>
                  <a:pt x="745299" y="306463"/>
                </a:lnTo>
                <a:lnTo>
                  <a:pt x="699477" y="295109"/>
                </a:lnTo>
                <a:lnTo>
                  <a:pt x="683628" y="294347"/>
                </a:lnTo>
                <a:lnTo>
                  <a:pt x="667766" y="295109"/>
                </a:lnTo>
                <a:lnTo>
                  <a:pt x="621944" y="306463"/>
                </a:lnTo>
                <a:lnTo>
                  <a:pt x="579920" y="331660"/>
                </a:lnTo>
                <a:lnTo>
                  <a:pt x="463715" y="447878"/>
                </a:lnTo>
                <a:lnTo>
                  <a:pt x="567715" y="552919"/>
                </a:lnTo>
                <a:lnTo>
                  <a:pt x="607085" y="582295"/>
                </a:lnTo>
                <a:lnTo>
                  <a:pt x="652170" y="598347"/>
                </a:lnTo>
                <a:lnTo>
                  <a:pt x="683628" y="601408"/>
                </a:lnTo>
                <a:lnTo>
                  <a:pt x="699477" y="600633"/>
                </a:lnTo>
                <a:lnTo>
                  <a:pt x="745299" y="589280"/>
                </a:lnTo>
                <a:lnTo>
                  <a:pt x="787323" y="564083"/>
                </a:lnTo>
                <a:lnTo>
                  <a:pt x="801928" y="550494"/>
                </a:lnTo>
                <a:lnTo>
                  <a:pt x="873328" y="478358"/>
                </a:lnTo>
                <a:lnTo>
                  <a:pt x="882700" y="464083"/>
                </a:lnTo>
                <a:lnTo>
                  <a:pt x="885825" y="447878"/>
                </a:lnTo>
                <a:close/>
              </a:path>
            </a:pathLst>
          </a:custGeom>
          <a:solidFill>
            <a:srgbClr val="F6892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"/>
          <p:cNvSpPr/>
          <p:nvPr/>
        </p:nvSpPr>
        <p:spPr>
          <a:xfrm>
            <a:off x="0" y="0"/>
            <a:ext cx="1099820" cy="7560309"/>
          </a:xfrm>
          <a:custGeom>
            <a:rect b="b" l="l" r="r" t="t"/>
            <a:pathLst>
              <a:path extrusionOk="0" h="7560309" w="1099820">
                <a:moveTo>
                  <a:pt x="1099529" y="0"/>
                </a:moveTo>
                <a:lnTo>
                  <a:pt x="1" y="0"/>
                </a:lnTo>
                <a:lnTo>
                  <a:pt x="1" y="7560005"/>
                </a:lnTo>
                <a:lnTo>
                  <a:pt x="47696" y="7558989"/>
                </a:lnTo>
                <a:lnTo>
                  <a:pt x="94872" y="7555969"/>
                </a:lnTo>
                <a:lnTo>
                  <a:pt x="141488" y="7550986"/>
                </a:lnTo>
                <a:lnTo>
                  <a:pt x="187502" y="7544081"/>
                </a:lnTo>
                <a:lnTo>
                  <a:pt x="232874" y="7535296"/>
                </a:lnTo>
                <a:lnTo>
                  <a:pt x="277561" y="7524671"/>
                </a:lnTo>
                <a:lnTo>
                  <a:pt x="321524" y="7512249"/>
                </a:lnTo>
                <a:lnTo>
                  <a:pt x="364720" y="7498070"/>
                </a:lnTo>
                <a:lnTo>
                  <a:pt x="407108" y="7482176"/>
                </a:lnTo>
                <a:lnTo>
                  <a:pt x="448647" y="7464607"/>
                </a:lnTo>
                <a:lnTo>
                  <a:pt x="489295" y="7445406"/>
                </a:lnTo>
                <a:lnTo>
                  <a:pt x="529012" y="7424612"/>
                </a:lnTo>
                <a:lnTo>
                  <a:pt x="567757" y="7402269"/>
                </a:lnTo>
                <a:lnTo>
                  <a:pt x="605487" y="7378416"/>
                </a:lnTo>
                <a:lnTo>
                  <a:pt x="642162" y="7353096"/>
                </a:lnTo>
                <a:lnTo>
                  <a:pt x="677740" y="7326348"/>
                </a:lnTo>
                <a:lnTo>
                  <a:pt x="712181" y="7298216"/>
                </a:lnTo>
                <a:lnTo>
                  <a:pt x="745443" y="7268739"/>
                </a:lnTo>
                <a:lnTo>
                  <a:pt x="777484" y="7237960"/>
                </a:lnTo>
                <a:lnTo>
                  <a:pt x="808263" y="7205919"/>
                </a:lnTo>
                <a:lnTo>
                  <a:pt x="837740" y="7172657"/>
                </a:lnTo>
                <a:lnTo>
                  <a:pt x="865872" y="7138217"/>
                </a:lnTo>
                <a:lnTo>
                  <a:pt x="892620" y="7102638"/>
                </a:lnTo>
                <a:lnTo>
                  <a:pt x="917940" y="7065963"/>
                </a:lnTo>
                <a:lnTo>
                  <a:pt x="941793" y="7028233"/>
                </a:lnTo>
                <a:lnTo>
                  <a:pt x="964136" y="6989488"/>
                </a:lnTo>
                <a:lnTo>
                  <a:pt x="984930" y="6949771"/>
                </a:lnTo>
                <a:lnTo>
                  <a:pt x="1004131" y="6909123"/>
                </a:lnTo>
                <a:lnTo>
                  <a:pt x="1021700" y="6867584"/>
                </a:lnTo>
                <a:lnTo>
                  <a:pt x="1037594" y="6825196"/>
                </a:lnTo>
                <a:lnTo>
                  <a:pt x="1051773" y="6782000"/>
                </a:lnTo>
                <a:lnTo>
                  <a:pt x="1064195" y="6738037"/>
                </a:lnTo>
                <a:lnTo>
                  <a:pt x="1074820" y="6693350"/>
                </a:lnTo>
                <a:lnTo>
                  <a:pt x="1083605" y="6647978"/>
                </a:lnTo>
                <a:lnTo>
                  <a:pt x="1090510" y="6601964"/>
                </a:lnTo>
                <a:lnTo>
                  <a:pt x="1095493" y="6555348"/>
                </a:lnTo>
                <a:lnTo>
                  <a:pt x="1098513" y="6508172"/>
                </a:lnTo>
                <a:lnTo>
                  <a:pt x="1099529" y="6460477"/>
                </a:lnTo>
                <a:lnTo>
                  <a:pt x="1099529" y="0"/>
                </a:lnTo>
                <a:close/>
              </a:path>
            </a:pathLst>
          </a:custGeom>
          <a:solidFill>
            <a:srgbClr val="F6892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0539" y="7066939"/>
            <a:ext cx="1185166" cy="25023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4"/>
          <p:cNvSpPr txBox="1"/>
          <p:nvPr/>
        </p:nvSpPr>
        <p:spPr>
          <a:xfrm>
            <a:off x="2586179" y="1466597"/>
            <a:ext cx="6061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1778514" y="1574024"/>
            <a:ext cx="228600" cy="43180"/>
          </a:xfrm>
          <a:custGeom>
            <a:rect b="b" l="l" r="r" t="t"/>
            <a:pathLst>
              <a:path extrusionOk="0" h="43180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4"/>
          <p:cNvSpPr/>
          <p:nvPr/>
        </p:nvSpPr>
        <p:spPr>
          <a:xfrm>
            <a:off x="1778514" y="2793224"/>
            <a:ext cx="228600" cy="43180"/>
          </a:xfrm>
          <a:custGeom>
            <a:rect b="b" l="l" r="r" t="t"/>
            <a:pathLst>
              <a:path extrusionOk="0" h="43180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4"/>
          <p:cNvSpPr txBox="1"/>
          <p:nvPr/>
        </p:nvSpPr>
        <p:spPr>
          <a:xfrm>
            <a:off x="2694800" y="424350"/>
            <a:ext cx="69000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474548"/>
                </a:solidFill>
                <a:latin typeface="Sora SemiBold"/>
                <a:ea typeface="Sora SemiBold"/>
                <a:cs typeface="Sora SemiBold"/>
                <a:sym typeface="Sora SemiBold"/>
              </a:rPr>
              <a:t>Após o</a:t>
            </a:r>
            <a:r>
              <a:rPr lang="en-US" sz="2900">
                <a:solidFill>
                  <a:srgbClr val="474548"/>
                </a:solidFill>
                <a:latin typeface="Sora SemiBold"/>
                <a:ea typeface="Sora SemiBold"/>
                <a:cs typeface="Sora SemiBold"/>
                <a:sym typeface="Sora SemiBold"/>
              </a:rPr>
              <a:t> pedido</a:t>
            </a:r>
            <a:endParaRPr sz="3300">
              <a:solidFill>
                <a:srgbClr val="474548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1608200" y="1314800"/>
            <a:ext cx="8866800" cy="55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1. Confirmação Rápida</a:t>
            </a:r>
            <a:endParaRPr b="1" sz="19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Envie uma confirmação imediata do pedido ou orçamento, agradecendo pela escolha e informando os detalhes.</a:t>
            </a:r>
            <a:endParaRPr sz="19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2. Verificação de Detalhes</a:t>
            </a:r>
            <a:endParaRPr sz="19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Revise os detalhes do pedido ou orçamento para garantir que todas as informações estão corretas.</a:t>
            </a:r>
            <a:endParaRPr sz="19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3. Registros</a:t>
            </a:r>
            <a:endParaRPr b="1" sz="19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Registre todos os detalhes da transação e interações no sistema para futuras referências.</a:t>
            </a:r>
            <a:endParaRPr sz="19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/>
          <p:nvPr/>
        </p:nvSpPr>
        <p:spPr>
          <a:xfrm>
            <a:off x="1373441" y="802372"/>
            <a:ext cx="885825" cy="601980"/>
          </a:xfrm>
          <a:custGeom>
            <a:rect b="b" l="l" r="r" t="t"/>
            <a:pathLst>
              <a:path extrusionOk="0" h="601980" w="885825">
                <a:moveTo>
                  <a:pt x="421690" y="447852"/>
                </a:moveTo>
                <a:lnTo>
                  <a:pt x="350481" y="375958"/>
                </a:lnTo>
                <a:lnTo>
                  <a:pt x="350481" y="447852"/>
                </a:lnTo>
                <a:lnTo>
                  <a:pt x="282079" y="516940"/>
                </a:lnTo>
                <a:lnTo>
                  <a:pt x="244525" y="542112"/>
                </a:lnTo>
                <a:lnTo>
                  <a:pt x="201764" y="550494"/>
                </a:lnTo>
                <a:lnTo>
                  <a:pt x="159004" y="542112"/>
                </a:lnTo>
                <a:lnTo>
                  <a:pt x="121450" y="516940"/>
                </a:lnTo>
                <a:lnTo>
                  <a:pt x="71069" y="466077"/>
                </a:lnTo>
                <a:lnTo>
                  <a:pt x="65481" y="457555"/>
                </a:lnTo>
                <a:lnTo>
                  <a:pt x="63614" y="447852"/>
                </a:lnTo>
                <a:lnTo>
                  <a:pt x="65481" y="438162"/>
                </a:lnTo>
                <a:lnTo>
                  <a:pt x="71069" y="429628"/>
                </a:lnTo>
                <a:lnTo>
                  <a:pt x="121450" y="378764"/>
                </a:lnTo>
                <a:lnTo>
                  <a:pt x="159029" y="353580"/>
                </a:lnTo>
                <a:lnTo>
                  <a:pt x="201764" y="345186"/>
                </a:lnTo>
                <a:lnTo>
                  <a:pt x="244500" y="353580"/>
                </a:lnTo>
                <a:lnTo>
                  <a:pt x="282079" y="378764"/>
                </a:lnTo>
                <a:lnTo>
                  <a:pt x="350481" y="447852"/>
                </a:lnTo>
                <a:lnTo>
                  <a:pt x="350481" y="375958"/>
                </a:lnTo>
                <a:lnTo>
                  <a:pt x="320014" y="345186"/>
                </a:lnTo>
                <a:lnTo>
                  <a:pt x="317665" y="342811"/>
                </a:lnTo>
                <a:lnTo>
                  <a:pt x="305460" y="331647"/>
                </a:lnTo>
                <a:lnTo>
                  <a:pt x="263448" y="306438"/>
                </a:lnTo>
                <a:lnTo>
                  <a:pt x="217614" y="295084"/>
                </a:lnTo>
                <a:lnTo>
                  <a:pt x="201764" y="294322"/>
                </a:lnTo>
                <a:lnTo>
                  <a:pt x="185915" y="295084"/>
                </a:lnTo>
                <a:lnTo>
                  <a:pt x="140081" y="306438"/>
                </a:lnTo>
                <a:lnTo>
                  <a:pt x="98069" y="331647"/>
                </a:lnTo>
                <a:lnTo>
                  <a:pt x="12827" y="416560"/>
                </a:lnTo>
                <a:lnTo>
                  <a:pt x="0" y="447852"/>
                </a:lnTo>
                <a:lnTo>
                  <a:pt x="3200" y="464502"/>
                </a:lnTo>
                <a:lnTo>
                  <a:pt x="85864" y="552894"/>
                </a:lnTo>
                <a:lnTo>
                  <a:pt x="125222" y="582282"/>
                </a:lnTo>
                <a:lnTo>
                  <a:pt x="170319" y="598335"/>
                </a:lnTo>
                <a:lnTo>
                  <a:pt x="201764" y="601383"/>
                </a:lnTo>
                <a:lnTo>
                  <a:pt x="217614" y="600621"/>
                </a:lnTo>
                <a:lnTo>
                  <a:pt x="263448" y="589267"/>
                </a:lnTo>
                <a:lnTo>
                  <a:pt x="305460" y="564070"/>
                </a:lnTo>
                <a:lnTo>
                  <a:pt x="320040" y="550494"/>
                </a:lnTo>
                <a:lnTo>
                  <a:pt x="421690" y="447852"/>
                </a:lnTo>
                <a:close/>
              </a:path>
              <a:path extrusionOk="0" h="601980" w="885825">
                <a:moveTo>
                  <a:pt x="594702" y="204546"/>
                </a:moveTo>
                <a:lnTo>
                  <a:pt x="587933" y="157340"/>
                </a:lnTo>
                <a:lnTo>
                  <a:pt x="567461" y="113068"/>
                </a:lnTo>
                <a:lnTo>
                  <a:pt x="544309" y="85077"/>
                </a:lnTo>
                <a:lnTo>
                  <a:pt x="544309" y="204546"/>
                </a:lnTo>
                <a:lnTo>
                  <a:pt x="536003" y="247713"/>
                </a:lnTo>
                <a:lnTo>
                  <a:pt x="511098" y="285648"/>
                </a:lnTo>
                <a:lnTo>
                  <a:pt x="442696" y="354736"/>
                </a:lnTo>
                <a:lnTo>
                  <a:pt x="374294" y="285648"/>
                </a:lnTo>
                <a:lnTo>
                  <a:pt x="349389" y="247713"/>
                </a:lnTo>
                <a:lnTo>
                  <a:pt x="341083" y="204546"/>
                </a:lnTo>
                <a:lnTo>
                  <a:pt x="349389" y="161353"/>
                </a:lnTo>
                <a:lnTo>
                  <a:pt x="374294" y="123431"/>
                </a:lnTo>
                <a:lnTo>
                  <a:pt x="423633" y="73609"/>
                </a:lnTo>
                <a:lnTo>
                  <a:pt x="432549" y="67614"/>
                </a:lnTo>
                <a:lnTo>
                  <a:pt x="442696" y="65620"/>
                </a:lnTo>
                <a:lnTo>
                  <a:pt x="452843" y="67614"/>
                </a:lnTo>
                <a:lnTo>
                  <a:pt x="461759" y="73609"/>
                </a:lnTo>
                <a:lnTo>
                  <a:pt x="511098" y="123431"/>
                </a:lnTo>
                <a:lnTo>
                  <a:pt x="536003" y="161353"/>
                </a:lnTo>
                <a:lnTo>
                  <a:pt x="544309" y="204546"/>
                </a:lnTo>
                <a:lnTo>
                  <a:pt x="544309" y="85077"/>
                </a:lnTo>
                <a:lnTo>
                  <a:pt x="525068" y="65620"/>
                </a:lnTo>
                <a:lnTo>
                  <a:pt x="472389" y="12420"/>
                </a:lnTo>
                <a:lnTo>
                  <a:pt x="458495" y="3098"/>
                </a:lnTo>
                <a:lnTo>
                  <a:pt x="442696" y="0"/>
                </a:lnTo>
                <a:lnTo>
                  <a:pt x="426897" y="3098"/>
                </a:lnTo>
                <a:lnTo>
                  <a:pt x="338696" y="87477"/>
                </a:lnTo>
                <a:lnTo>
                  <a:pt x="309600" y="127241"/>
                </a:lnTo>
                <a:lnTo>
                  <a:pt x="293700" y="172783"/>
                </a:lnTo>
                <a:lnTo>
                  <a:pt x="290690" y="204546"/>
                </a:lnTo>
                <a:lnTo>
                  <a:pt x="291439" y="220548"/>
                </a:lnTo>
                <a:lnTo>
                  <a:pt x="302691" y="266827"/>
                </a:lnTo>
                <a:lnTo>
                  <a:pt x="327621" y="309270"/>
                </a:lnTo>
                <a:lnTo>
                  <a:pt x="442696" y="426631"/>
                </a:lnTo>
                <a:lnTo>
                  <a:pt x="513892" y="354736"/>
                </a:lnTo>
                <a:lnTo>
                  <a:pt x="546696" y="321614"/>
                </a:lnTo>
                <a:lnTo>
                  <a:pt x="575792" y="281825"/>
                </a:lnTo>
                <a:lnTo>
                  <a:pt x="591693" y="236308"/>
                </a:lnTo>
                <a:lnTo>
                  <a:pt x="593953" y="220548"/>
                </a:lnTo>
                <a:lnTo>
                  <a:pt x="594702" y="204546"/>
                </a:lnTo>
                <a:close/>
              </a:path>
              <a:path extrusionOk="0" h="601980" w="885825">
                <a:moveTo>
                  <a:pt x="885825" y="447865"/>
                </a:moveTo>
                <a:lnTo>
                  <a:pt x="882700" y="431622"/>
                </a:lnTo>
                <a:lnTo>
                  <a:pt x="873328" y="417347"/>
                </a:lnTo>
                <a:lnTo>
                  <a:pt x="816889" y="360362"/>
                </a:lnTo>
                <a:lnTo>
                  <a:pt x="816889" y="447865"/>
                </a:lnTo>
                <a:lnTo>
                  <a:pt x="814158" y="462026"/>
                </a:lnTo>
                <a:lnTo>
                  <a:pt x="763930" y="516940"/>
                </a:lnTo>
                <a:lnTo>
                  <a:pt x="727138" y="541820"/>
                </a:lnTo>
                <a:lnTo>
                  <a:pt x="683628" y="550481"/>
                </a:lnTo>
                <a:lnTo>
                  <a:pt x="661276" y="548284"/>
                </a:lnTo>
                <a:lnTo>
                  <a:pt x="640118" y="541820"/>
                </a:lnTo>
                <a:lnTo>
                  <a:pt x="620623" y="531304"/>
                </a:lnTo>
                <a:lnTo>
                  <a:pt x="603313" y="516940"/>
                </a:lnTo>
                <a:lnTo>
                  <a:pt x="534911" y="447865"/>
                </a:lnTo>
                <a:lnTo>
                  <a:pt x="603313" y="378777"/>
                </a:lnTo>
                <a:lnTo>
                  <a:pt x="620623" y="364413"/>
                </a:lnTo>
                <a:lnTo>
                  <a:pt x="640118" y="353898"/>
                </a:lnTo>
                <a:lnTo>
                  <a:pt x="661276" y="347433"/>
                </a:lnTo>
                <a:lnTo>
                  <a:pt x="683628" y="345236"/>
                </a:lnTo>
                <a:lnTo>
                  <a:pt x="705967" y="347433"/>
                </a:lnTo>
                <a:lnTo>
                  <a:pt x="746620" y="364413"/>
                </a:lnTo>
                <a:lnTo>
                  <a:pt x="805967" y="421220"/>
                </a:lnTo>
                <a:lnTo>
                  <a:pt x="816889" y="447865"/>
                </a:lnTo>
                <a:lnTo>
                  <a:pt x="816889" y="360362"/>
                </a:lnTo>
                <a:lnTo>
                  <a:pt x="801916" y="345236"/>
                </a:lnTo>
                <a:lnTo>
                  <a:pt x="799528" y="342823"/>
                </a:lnTo>
                <a:lnTo>
                  <a:pt x="787323" y="331647"/>
                </a:lnTo>
                <a:lnTo>
                  <a:pt x="745299" y="306451"/>
                </a:lnTo>
                <a:lnTo>
                  <a:pt x="699477" y="295097"/>
                </a:lnTo>
                <a:lnTo>
                  <a:pt x="683628" y="294335"/>
                </a:lnTo>
                <a:lnTo>
                  <a:pt x="667766" y="295097"/>
                </a:lnTo>
                <a:lnTo>
                  <a:pt x="621944" y="306451"/>
                </a:lnTo>
                <a:lnTo>
                  <a:pt x="579920" y="331647"/>
                </a:lnTo>
                <a:lnTo>
                  <a:pt x="463715" y="447865"/>
                </a:lnTo>
                <a:lnTo>
                  <a:pt x="567715" y="552907"/>
                </a:lnTo>
                <a:lnTo>
                  <a:pt x="607085" y="582282"/>
                </a:lnTo>
                <a:lnTo>
                  <a:pt x="652170" y="598347"/>
                </a:lnTo>
                <a:lnTo>
                  <a:pt x="683628" y="601395"/>
                </a:lnTo>
                <a:lnTo>
                  <a:pt x="699477" y="600633"/>
                </a:lnTo>
                <a:lnTo>
                  <a:pt x="745299" y="589267"/>
                </a:lnTo>
                <a:lnTo>
                  <a:pt x="787323" y="564070"/>
                </a:lnTo>
                <a:lnTo>
                  <a:pt x="801928" y="550481"/>
                </a:lnTo>
                <a:lnTo>
                  <a:pt x="873328" y="478345"/>
                </a:lnTo>
                <a:lnTo>
                  <a:pt x="882700" y="464083"/>
                </a:lnTo>
                <a:lnTo>
                  <a:pt x="885825" y="447865"/>
                </a:lnTo>
                <a:close/>
              </a:path>
            </a:pathLst>
          </a:custGeom>
          <a:solidFill>
            <a:srgbClr val="F6892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8"/>
          <p:cNvSpPr/>
          <p:nvPr/>
        </p:nvSpPr>
        <p:spPr>
          <a:xfrm>
            <a:off x="0" y="0"/>
            <a:ext cx="1099820" cy="7560309"/>
          </a:xfrm>
          <a:custGeom>
            <a:rect b="b" l="l" r="r" t="t"/>
            <a:pathLst>
              <a:path extrusionOk="0" h="7560309" w="1099820">
                <a:moveTo>
                  <a:pt x="1099529" y="0"/>
                </a:moveTo>
                <a:lnTo>
                  <a:pt x="1" y="0"/>
                </a:lnTo>
                <a:lnTo>
                  <a:pt x="1" y="7560005"/>
                </a:lnTo>
                <a:lnTo>
                  <a:pt x="47696" y="7558989"/>
                </a:lnTo>
                <a:lnTo>
                  <a:pt x="94872" y="7555969"/>
                </a:lnTo>
                <a:lnTo>
                  <a:pt x="141488" y="7550986"/>
                </a:lnTo>
                <a:lnTo>
                  <a:pt x="187502" y="7544081"/>
                </a:lnTo>
                <a:lnTo>
                  <a:pt x="232874" y="7535296"/>
                </a:lnTo>
                <a:lnTo>
                  <a:pt x="277561" y="7524671"/>
                </a:lnTo>
                <a:lnTo>
                  <a:pt x="321524" y="7512249"/>
                </a:lnTo>
                <a:lnTo>
                  <a:pt x="364720" y="7498070"/>
                </a:lnTo>
                <a:lnTo>
                  <a:pt x="407108" y="7482176"/>
                </a:lnTo>
                <a:lnTo>
                  <a:pt x="448647" y="7464607"/>
                </a:lnTo>
                <a:lnTo>
                  <a:pt x="489295" y="7445406"/>
                </a:lnTo>
                <a:lnTo>
                  <a:pt x="529012" y="7424612"/>
                </a:lnTo>
                <a:lnTo>
                  <a:pt x="567757" y="7402269"/>
                </a:lnTo>
                <a:lnTo>
                  <a:pt x="605487" y="7378416"/>
                </a:lnTo>
                <a:lnTo>
                  <a:pt x="642162" y="7353096"/>
                </a:lnTo>
                <a:lnTo>
                  <a:pt x="677740" y="7326348"/>
                </a:lnTo>
                <a:lnTo>
                  <a:pt x="712181" y="7298216"/>
                </a:lnTo>
                <a:lnTo>
                  <a:pt x="745443" y="7268739"/>
                </a:lnTo>
                <a:lnTo>
                  <a:pt x="777484" y="7237960"/>
                </a:lnTo>
                <a:lnTo>
                  <a:pt x="808263" y="7205919"/>
                </a:lnTo>
                <a:lnTo>
                  <a:pt x="837740" y="7172657"/>
                </a:lnTo>
                <a:lnTo>
                  <a:pt x="865872" y="7138217"/>
                </a:lnTo>
                <a:lnTo>
                  <a:pt x="892620" y="7102638"/>
                </a:lnTo>
                <a:lnTo>
                  <a:pt x="917940" y="7065963"/>
                </a:lnTo>
                <a:lnTo>
                  <a:pt x="941793" y="7028233"/>
                </a:lnTo>
                <a:lnTo>
                  <a:pt x="964136" y="6989488"/>
                </a:lnTo>
                <a:lnTo>
                  <a:pt x="984930" y="6949771"/>
                </a:lnTo>
                <a:lnTo>
                  <a:pt x="1004131" y="6909123"/>
                </a:lnTo>
                <a:lnTo>
                  <a:pt x="1021700" y="6867584"/>
                </a:lnTo>
                <a:lnTo>
                  <a:pt x="1037594" y="6825196"/>
                </a:lnTo>
                <a:lnTo>
                  <a:pt x="1051773" y="6782000"/>
                </a:lnTo>
                <a:lnTo>
                  <a:pt x="1064195" y="6738037"/>
                </a:lnTo>
                <a:lnTo>
                  <a:pt x="1074820" y="6693350"/>
                </a:lnTo>
                <a:lnTo>
                  <a:pt x="1083605" y="6647978"/>
                </a:lnTo>
                <a:lnTo>
                  <a:pt x="1090510" y="6601964"/>
                </a:lnTo>
                <a:lnTo>
                  <a:pt x="1095493" y="6555348"/>
                </a:lnTo>
                <a:lnTo>
                  <a:pt x="1098513" y="6508172"/>
                </a:lnTo>
                <a:lnTo>
                  <a:pt x="1099529" y="6460477"/>
                </a:lnTo>
                <a:lnTo>
                  <a:pt x="1099529" y="0"/>
                </a:lnTo>
                <a:close/>
              </a:path>
            </a:pathLst>
          </a:custGeom>
          <a:solidFill>
            <a:srgbClr val="F6892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0539" y="7066939"/>
            <a:ext cx="1185166" cy="250234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8"/>
          <p:cNvSpPr txBox="1"/>
          <p:nvPr>
            <p:ph type="title"/>
          </p:nvPr>
        </p:nvSpPr>
        <p:spPr>
          <a:xfrm>
            <a:off x="2459179" y="583489"/>
            <a:ext cx="7246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152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Plano de Gestão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2470124" y="2329489"/>
            <a:ext cx="7609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1373450" y="1325025"/>
            <a:ext cx="9225300" cy="5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Flexibilidade e Benefícios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Oferecer horários flexíveis, dias de folga extras ou outras vantagens como reconhecimento de esforço caso meta batida.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Café do aniversariante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No dia do aniversário de alguém da equipe, realizar um pequeno café, para a pessoa se sentir acolhido por toda a equipe. (Algo pequeno apenas para não passar em branco)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Bônus Assiduidade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Combinar com outras Métricas: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Combinar o bônus por assiduidade com outras métricas de desempenho, incentivando não só a presença, mas também a produtividade. Sendo esse bônus, financeiro.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Manter um canal aberto para que os funcionários possam compartilhar desafios que possam afetar a assiduidade ou o alcance de suas metas.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Comissionamento e Remuneração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-Remuneração inicial: R$ 2.000,00 Após 3 meses &gt; R$ 2.200,00 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Sendo ele PJ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-Remuneração inicial: R$ 1.600,00 Após 3 meses &gt; R$ 1.800,00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Sendo ele CLT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Comissionamento:1,00% Sob o total de vendas do mês.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Sendo ele Pj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Comissionamento: 0,75% Sob o total de vendas do mês. 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Sendo ele CLT.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/>
          <p:nvPr/>
        </p:nvSpPr>
        <p:spPr>
          <a:xfrm>
            <a:off x="1373441" y="802372"/>
            <a:ext cx="885825" cy="601980"/>
          </a:xfrm>
          <a:custGeom>
            <a:rect b="b" l="l" r="r" t="t"/>
            <a:pathLst>
              <a:path extrusionOk="0" h="601980" w="885825">
                <a:moveTo>
                  <a:pt x="421690" y="447852"/>
                </a:moveTo>
                <a:lnTo>
                  <a:pt x="350481" y="375958"/>
                </a:lnTo>
                <a:lnTo>
                  <a:pt x="350481" y="447852"/>
                </a:lnTo>
                <a:lnTo>
                  <a:pt x="282079" y="516940"/>
                </a:lnTo>
                <a:lnTo>
                  <a:pt x="244525" y="542112"/>
                </a:lnTo>
                <a:lnTo>
                  <a:pt x="201764" y="550494"/>
                </a:lnTo>
                <a:lnTo>
                  <a:pt x="159004" y="542112"/>
                </a:lnTo>
                <a:lnTo>
                  <a:pt x="121450" y="516940"/>
                </a:lnTo>
                <a:lnTo>
                  <a:pt x="71069" y="466077"/>
                </a:lnTo>
                <a:lnTo>
                  <a:pt x="65481" y="457555"/>
                </a:lnTo>
                <a:lnTo>
                  <a:pt x="63614" y="447852"/>
                </a:lnTo>
                <a:lnTo>
                  <a:pt x="65481" y="438162"/>
                </a:lnTo>
                <a:lnTo>
                  <a:pt x="71069" y="429628"/>
                </a:lnTo>
                <a:lnTo>
                  <a:pt x="121450" y="378764"/>
                </a:lnTo>
                <a:lnTo>
                  <a:pt x="159029" y="353580"/>
                </a:lnTo>
                <a:lnTo>
                  <a:pt x="201764" y="345186"/>
                </a:lnTo>
                <a:lnTo>
                  <a:pt x="244500" y="353580"/>
                </a:lnTo>
                <a:lnTo>
                  <a:pt x="282079" y="378764"/>
                </a:lnTo>
                <a:lnTo>
                  <a:pt x="350481" y="447852"/>
                </a:lnTo>
                <a:lnTo>
                  <a:pt x="350481" y="375958"/>
                </a:lnTo>
                <a:lnTo>
                  <a:pt x="320014" y="345186"/>
                </a:lnTo>
                <a:lnTo>
                  <a:pt x="317665" y="342811"/>
                </a:lnTo>
                <a:lnTo>
                  <a:pt x="305460" y="331647"/>
                </a:lnTo>
                <a:lnTo>
                  <a:pt x="263448" y="306438"/>
                </a:lnTo>
                <a:lnTo>
                  <a:pt x="217614" y="295084"/>
                </a:lnTo>
                <a:lnTo>
                  <a:pt x="201764" y="294322"/>
                </a:lnTo>
                <a:lnTo>
                  <a:pt x="185915" y="295084"/>
                </a:lnTo>
                <a:lnTo>
                  <a:pt x="140081" y="306438"/>
                </a:lnTo>
                <a:lnTo>
                  <a:pt x="98069" y="331647"/>
                </a:lnTo>
                <a:lnTo>
                  <a:pt x="12827" y="416560"/>
                </a:lnTo>
                <a:lnTo>
                  <a:pt x="0" y="447852"/>
                </a:lnTo>
                <a:lnTo>
                  <a:pt x="3200" y="464502"/>
                </a:lnTo>
                <a:lnTo>
                  <a:pt x="85864" y="552894"/>
                </a:lnTo>
                <a:lnTo>
                  <a:pt x="125222" y="582282"/>
                </a:lnTo>
                <a:lnTo>
                  <a:pt x="170319" y="598335"/>
                </a:lnTo>
                <a:lnTo>
                  <a:pt x="201764" y="601383"/>
                </a:lnTo>
                <a:lnTo>
                  <a:pt x="217614" y="600621"/>
                </a:lnTo>
                <a:lnTo>
                  <a:pt x="263448" y="589267"/>
                </a:lnTo>
                <a:lnTo>
                  <a:pt x="305460" y="564070"/>
                </a:lnTo>
                <a:lnTo>
                  <a:pt x="320040" y="550494"/>
                </a:lnTo>
                <a:lnTo>
                  <a:pt x="421690" y="447852"/>
                </a:lnTo>
                <a:close/>
              </a:path>
              <a:path extrusionOk="0" h="601980" w="885825">
                <a:moveTo>
                  <a:pt x="594702" y="204546"/>
                </a:moveTo>
                <a:lnTo>
                  <a:pt x="587933" y="157340"/>
                </a:lnTo>
                <a:lnTo>
                  <a:pt x="567461" y="113068"/>
                </a:lnTo>
                <a:lnTo>
                  <a:pt x="544309" y="85077"/>
                </a:lnTo>
                <a:lnTo>
                  <a:pt x="544309" y="204546"/>
                </a:lnTo>
                <a:lnTo>
                  <a:pt x="536003" y="247713"/>
                </a:lnTo>
                <a:lnTo>
                  <a:pt x="511098" y="285648"/>
                </a:lnTo>
                <a:lnTo>
                  <a:pt x="442696" y="354736"/>
                </a:lnTo>
                <a:lnTo>
                  <a:pt x="374294" y="285648"/>
                </a:lnTo>
                <a:lnTo>
                  <a:pt x="349389" y="247713"/>
                </a:lnTo>
                <a:lnTo>
                  <a:pt x="341083" y="204546"/>
                </a:lnTo>
                <a:lnTo>
                  <a:pt x="349389" y="161353"/>
                </a:lnTo>
                <a:lnTo>
                  <a:pt x="374294" y="123431"/>
                </a:lnTo>
                <a:lnTo>
                  <a:pt x="423633" y="73609"/>
                </a:lnTo>
                <a:lnTo>
                  <a:pt x="432549" y="67614"/>
                </a:lnTo>
                <a:lnTo>
                  <a:pt x="442696" y="65620"/>
                </a:lnTo>
                <a:lnTo>
                  <a:pt x="452843" y="67614"/>
                </a:lnTo>
                <a:lnTo>
                  <a:pt x="461759" y="73609"/>
                </a:lnTo>
                <a:lnTo>
                  <a:pt x="511098" y="123431"/>
                </a:lnTo>
                <a:lnTo>
                  <a:pt x="536003" y="161353"/>
                </a:lnTo>
                <a:lnTo>
                  <a:pt x="544309" y="204546"/>
                </a:lnTo>
                <a:lnTo>
                  <a:pt x="544309" y="85077"/>
                </a:lnTo>
                <a:lnTo>
                  <a:pt x="525068" y="65620"/>
                </a:lnTo>
                <a:lnTo>
                  <a:pt x="472389" y="12420"/>
                </a:lnTo>
                <a:lnTo>
                  <a:pt x="458495" y="3098"/>
                </a:lnTo>
                <a:lnTo>
                  <a:pt x="442696" y="0"/>
                </a:lnTo>
                <a:lnTo>
                  <a:pt x="426897" y="3098"/>
                </a:lnTo>
                <a:lnTo>
                  <a:pt x="338696" y="87477"/>
                </a:lnTo>
                <a:lnTo>
                  <a:pt x="309600" y="127241"/>
                </a:lnTo>
                <a:lnTo>
                  <a:pt x="293700" y="172783"/>
                </a:lnTo>
                <a:lnTo>
                  <a:pt x="290690" y="204546"/>
                </a:lnTo>
                <a:lnTo>
                  <a:pt x="291439" y="220548"/>
                </a:lnTo>
                <a:lnTo>
                  <a:pt x="302691" y="266827"/>
                </a:lnTo>
                <a:lnTo>
                  <a:pt x="327621" y="309270"/>
                </a:lnTo>
                <a:lnTo>
                  <a:pt x="442696" y="426631"/>
                </a:lnTo>
                <a:lnTo>
                  <a:pt x="513892" y="354736"/>
                </a:lnTo>
                <a:lnTo>
                  <a:pt x="546696" y="321614"/>
                </a:lnTo>
                <a:lnTo>
                  <a:pt x="575792" y="281825"/>
                </a:lnTo>
                <a:lnTo>
                  <a:pt x="591693" y="236308"/>
                </a:lnTo>
                <a:lnTo>
                  <a:pt x="593953" y="220548"/>
                </a:lnTo>
                <a:lnTo>
                  <a:pt x="594702" y="204546"/>
                </a:lnTo>
                <a:close/>
              </a:path>
              <a:path extrusionOk="0" h="601980" w="885825">
                <a:moveTo>
                  <a:pt x="885825" y="447865"/>
                </a:moveTo>
                <a:lnTo>
                  <a:pt x="882700" y="431622"/>
                </a:lnTo>
                <a:lnTo>
                  <a:pt x="873328" y="417347"/>
                </a:lnTo>
                <a:lnTo>
                  <a:pt x="816889" y="360362"/>
                </a:lnTo>
                <a:lnTo>
                  <a:pt x="816889" y="447865"/>
                </a:lnTo>
                <a:lnTo>
                  <a:pt x="814158" y="462026"/>
                </a:lnTo>
                <a:lnTo>
                  <a:pt x="763930" y="516940"/>
                </a:lnTo>
                <a:lnTo>
                  <a:pt x="727138" y="541820"/>
                </a:lnTo>
                <a:lnTo>
                  <a:pt x="683628" y="550481"/>
                </a:lnTo>
                <a:lnTo>
                  <a:pt x="661276" y="548284"/>
                </a:lnTo>
                <a:lnTo>
                  <a:pt x="640118" y="541820"/>
                </a:lnTo>
                <a:lnTo>
                  <a:pt x="620623" y="531304"/>
                </a:lnTo>
                <a:lnTo>
                  <a:pt x="603313" y="516940"/>
                </a:lnTo>
                <a:lnTo>
                  <a:pt x="534911" y="447865"/>
                </a:lnTo>
                <a:lnTo>
                  <a:pt x="603313" y="378777"/>
                </a:lnTo>
                <a:lnTo>
                  <a:pt x="620623" y="364413"/>
                </a:lnTo>
                <a:lnTo>
                  <a:pt x="640118" y="353898"/>
                </a:lnTo>
                <a:lnTo>
                  <a:pt x="661276" y="347433"/>
                </a:lnTo>
                <a:lnTo>
                  <a:pt x="683628" y="345236"/>
                </a:lnTo>
                <a:lnTo>
                  <a:pt x="705967" y="347433"/>
                </a:lnTo>
                <a:lnTo>
                  <a:pt x="746620" y="364413"/>
                </a:lnTo>
                <a:lnTo>
                  <a:pt x="805967" y="421220"/>
                </a:lnTo>
                <a:lnTo>
                  <a:pt x="816889" y="447865"/>
                </a:lnTo>
                <a:lnTo>
                  <a:pt x="816889" y="360362"/>
                </a:lnTo>
                <a:lnTo>
                  <a:pt x="801916" y="345236"/>
                </a:lnTo>
                <a:lnTo>
                  <a:pt x="799528" y="342823"/>
                </a:lnTo>
                <a:lnTo>
                  <a:pt x="787323" y="331647"/>
                </a:lnTo>
                <a:lnTo>
                  <a:pt x="745299" y="306451"/>
                </a:lnTo>
                <a:lnTo>
                  <a:pt x="699477" y="295097"/>
                </a:lnTo>
                <a:lnTo>
                  <a:pt x="683628" y="294335"/>
                </a:lnTo>
                <a:lnTo>
                  <a:pt x="667766" y="295097"/>
                </a:lnTo>
                <a:lnTo>
                  <a:pt x="621944" y="306451"/>
                </a:lnTo>
                <a:lnTo>
                  <a:pt x="579920" y="331647"/>
                </a:lnTo>
                <a:lnTo>
                  <a:pt x="463715" y="447865"/>
                </a:lnTo>
                <a:lnTo>
                  <a:pt x="567715" y="552907"/>
                </a:lnTo>
                <a:lnTo>
                  <a:pt x="607085" y="582282"/>
                </a:lnTo>
                <a:lnTo>
                  <a:pt x="652170" y="598347"/>
                </a:lnTo>
                <a:lnTo>
                  <a:pt x="683628" y="601395"/>
                </a:lnTo>
                <a:lnTo>
                  <a:pt x="699477" y="600633"/>
                </a:lnTo>
                <a:lnTo>
                  <a:pt x="745299" y="589267"/>
                </a:lnTo>
                <a:lnTo>
                  <a:pt x="787323" y="564070"/>
                </a:lnTo>
                <a:lnTo>
                  <a:pt x="801928" y="550481"/>
                </a:lnTo>
                <a:lnTo>
                  <a:pt x="873328" y="478345"/>
                </a:lnTo>
                <a:lnTo>
                  <a:pt x="882700" y="464083"/>
                </a:lnTo>
                <a:lnTo>
                  <a:pt x="885825" y="447865"/>
                </a:lnTo>
                <a:close/>
              </a:path>
            </a:pathLst>
          </a:custGeom>
          <a:solidFill>
            <a:srgbClr val="F6892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9"/>
          <p:cNvSpPr/>
          <p:nvPr/>
        </p:nvSpPr>
        <p:spPr>
          <a:xfrm>
            <a:off x="0" y="0"/>
            <a:ext cx="1099820" cy="7560309"/>
          </a:xfrm>
          <a:custGeom>
            <a:rect b="b" l="l" r="r" t="t"/>
            <a:pathLst>
              <a:path extrusionOk="0" h="7560309" w="1099820">
                <a:moveTo>
                  <a:pt x="1099529" y="0"/>
                </a:moveTo>
                <a:lnTo>
                  <a:pt x="1" y="0"/>
                </a:lnTo>
                <a:lnTo>
                  <a:pt x="1" y="7560005"/>
                </a:lnTo>
                <a:lnTo>
                  <a:pt x="47696" y="7558989"/>
                </a:lnTo>
                <a:lnTo>
                  <a:pt x="94872" y="7555969"/>
                </a:lnTo>
                <a:lnTo>
                  <a:pt x="141488" y="7550986"/>
                </a:lnTo>
                <a:lnTo>
                  <a:pt x="187502" y="7544081"/>
                </a:lnTo>
                <a:lnTo>
                  <a:pt x="232874" y="7535296"/>
                </a:lnTo>
                <a:lnTo>
                  <a:pt x="277561" y="7524671"/>
                </a:lnTo>
                <a:lnTo>
                  <a:pt x="321524" y="7512249"/>
                </a:lnTo>
                <a:lnTo>
                  <a:pt x="364720" y="7498070"/>
                </a:lnTo>
                <a:lnTo>
                  <a:pt x="407108" y="7482176"/>
                </a:lnTo>
                <a:lnTo>
                  <a:pt x="448647" y="7464607"/>
                </a:lnTo>
                <a:lnTo>
                  <a:pt x="489295" y="7445406"/>
                </a:lnTo>
                <a:lnTo>
                  <a:pt x="529012" y="7424612"/>
                </a:lnTo>
                <a:lnTo>
                  <a:pt x="567757" y="7402269"/>
                </a:lnTo>
                <a:lnTo>
                  <a:pt x="605487" y="7378416"/>
                </a:lnTo>
                <a:lnTo>
                  <a:pt x="642162" y="7353096"/>
                </a:lnTo>
                <a:lnTo>
                  <a:pt x="677740" y="7326348"/>
                </a:lnTo>
                <a:lnTo>
                  <a:pt x="712181" y="7298216"/>
                </a:lnTo>
                <a:lnTo>
                  <a:pt x="745443" y="7268739"/>
                </a:lnTo>
                <a:lnTo>
                  <a:pt x="777484" y="7237960"/>
                </a:lnTo>
                <a:lnTo>
                  <a:pt x="808263" y="7205919"/>
                </a:lnTo>
                <a:lnTo>
                  <a:pt x="837740" y="7172657"/>
                </a:lnTo>
                <a:lnTo>
                  <a:pt x="865872" y="7138217"/>
                </a:lnTo>
                <a:lnTo>
                  <a:pt x="892620" y="7102638"/>
                </a:lnTo>
                <a:lnTo>
                  <a:pt x="917940" y="7065963"/>
                </a:lnTo>
                <a:lnTo>
                  <a:pt x="941793" y="7028233"/>
                </a:lnTo>
                <a:lnTo>
                  <a:pt x="964136" y="6989488"/>
                </a:lnTo>
                <a:lnTo>
                  <a:pt x="984930" y="6949771"/>
                </a:lnTo>
                <a:lnTo>
                  <a:pt x="1004131" y="6909123"/>
                </a:lnTo>
                <a:lnTo>
                  <a:pt x="1021700" y="6867584"/>
                </a:lnTo>
                <a:lnTo>
                  <a:pt x="1037594" y="6825196"/>
                </a:lnTo>
                <a:lnTo>
                  <a:pt x="1051773" y="6782000"/>
                </a:lnTo>
                <a:lnTo>
                  <a:pt x="1064195" y="6738037"/>
                </a:lnTo>
                <a:lnTo>
                  <a:pt x="1074820" y="6693350"/>
                </a:lnTo>
                <a:lnTo>
                  <a:pt x="1083605" y="6647978"/>
                </a:lnTo>
                <a:lnTo>
                  <a:pt x="1090510" y="6601964"/>
                </a:lnTo>
                <a:lnTo>
                  <a:pt x="1095493" y="6555348"/>
                </a:lnTo>
                <a:lnTo>
                  <a:pt x="1098513" y="6508172"/>
                </a:lnTo>
                <a:lnTo>
                  <a:pt x="1099529" y="6460477"/>
                </a:lnTo>
                <a:lnTo>
                  <a:pt x="1099529" y="0"/>
                </a:lnTo>
                <a:close/>
              </a:path>
            </a:pathLst>
          </a:custGeom>
          <a:solidFill>
            <a:srgbClr val="F6892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0539" y="7066939"/>
            <a:ext cx="1185166" cy="25023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9"/>
          <p:cNvSpPr txBox="1"/>
          <p:nvPr>
            <p:ph type="title"/>
          </p:nvPr>
        </p:nvSpPr>
        <p:spPr>
          <a:xfrm>
            <a:off x="2604086" y="170589"/>
            <a:ext cx="6581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1524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Plano de Gestão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2470120" y="2878124"/>
            <a:ext cx="74733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111125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1778514" y="2473234"/>
            <a:ext cx="228600" cy="43180"/>
          </a:xfrm>
          <a:custGeom>
            <a:rect b="b" l="l" r="r" t="t"/>
            <a:pathLst>
              <a:path extrusionOk="0" h="43180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9"/>
          <p:cNvSpPr/>
          <p:nvPr/>
        </p:nvSpPr>
        <p:spPr>
          <a:xfrm>
            <a:off x="1778514" y="3659667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9"/>
          <p:cNvSpPr/>
          <p:nvPr/>
        </p:nvSpPr>
        <p:spPr>
          <a:xfrm>
            <a:off x="1778514" y="5183667"/>
            <a:ext cx="228600" cy="43180"/>
          </a:xfrm>
          <a:custGeom>
            <a:rect b="b" l="l" r="r" t="t"/>
            <a:pathLst>
              <a:path extrusionOk="0" h="43179" w="228600">
                <a:moveTo>
                  <a:pt x="206756" y="0"/>
                </a:moveTo>
                <a:lnTo>
                  <a:pt x="21348" y="0"/>
                </a:lnTo>
                <a:lnTo>
                  <a:pt x="13040" y="1678"/>
                </a:lnTo>
                <a:lnTo>
                  <a:pt x="6254" y="6254"/>
                </a:lnTo>
                <a:lnTo>
                  <a:pt x="1678" y="13040"/>
                </a:lnTo>
                <a:lnTo>
                  <a:pt x="0" y="21348"/>
                </a:lnTo>
                <a:lnTo>
                  <a:pt x="1678" y="29656"/>
                </a:lnTo>
                <a:lnTo>
                  <a:pt x="6254" y="36442"/>
                </a:lnTo>
                <a:lnTo>
                  <a:pt x="13040" y="41019"/>
                </a:lnTo>
                <a:lnTo>
                  <a:pt x="21348" y="42697"/>
                </a:lnTo>
                <a:lnTo>
                  <a:pt x="206756" y="42697"/>
                </a:lnTo>
                <a:lnTo>
                  <a:pt x="215063" y="41019"/>
                </a:lnTo>
                <a:lnTo>
                  <a:pt x="221849" y="36442"/>
                </a:lnTo>
                <a:lnTo>
                  <a:pt x="226426" y="29656"/>
                </a:lnTo>
                <a:lnTo>
                  <a:pt x="228104" y="21348"/>
                </a:lnTo>
                <a:lnTo>
                  <a:pt x="226426" y="13040"/>
                </a:lnTo>
                <a:lnTo>
                  <a:pt x="221849" y="6254"/>
                </a:lnTo>
                <a:lnTo>
                  <a:pt x="215063" y="1678"/>
                </a:lnTo>
                <a:lnTo>
                  <a:pt x="206756" y="0"/>
                </a:lnTo>
                <a:close/>
              </a:path>
            </a:pathLst>
          </a:custGeom>
          <a:solidFill>
            <a:srgbClr val="DBDC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1271325" y="1598650"/>
            <a:ext cx="9247200" cy="55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Esses dias de férias o colaborador poderá contar com o restante da equipe para realizar o atendimento de seus clientes com excelência.</a:t>
            </a:r>
            <a:endParaRPr i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Deixando claro ao colaborador que ele não terá o direito de receber suas comissões neste tempo em que estiver afastado. Sendo assim, ninguém receberá por ele. A venda virá sem os comissionamentos para NINGUÉM.</a:t>
            </a:r>
            <a:endParaRPr i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Ninguém folga do dia 23/12 ao dia 05/01.</a:t>
            </a:r>
            <a:endParaRPr i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Relacionamento com a Equipe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Sempre recolher feedbacks das vendas, dos clientes, de possíveis clientes, recolher ideias com a equipe sobre prospecção ou sobre melhorias do script.</a:t>
            </a:r>
            <a:endParaRPr i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Ouvir o que todos da equipe tem a dizer.</a:t>
            </a:r>
            <a:endParaRPr i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Pequenas reuniões na segunda-feira para planejamento da semana e na sexta-feira para entendermos como foi a semana.</a:t>
            </a:r>
            <a:endParaRPr i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Manter um ambiente agradável para convivência. </a:t>
            </a:r>
            <a:endParaRPr i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Campanhas e competições amigáveis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Criar campanhas para trazer mais clientes, onde o consultor que mais trouxer vendas ganha uma pequena bonificação a ser pensada.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 Se todos trabalharem muito bem juntos, e trouxerem determinado números de vendas JUNTOS. Todos ganham uma pequena bonificação, sendo levado em consideração que o número de todos seja compatível uns com os outros. </a:t>
            </a:r>
            <a:endParaRPr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2259275" y="650663"/>
            <a:ext cx="7556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Férias fim de ano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i="1" lang="en-US" sz="1600">
                <a:solidFill>
                  <a:srgbClr val="474548"/>
                </a:solidFill>
                <a:latin typeface="Calibri"/>
                <a:ea typeface="Calibri"/>
                <a:cs typeface="Calibri"/>
                <a:sym typeface="Calibri"/>
              </a:rPr>
              <a:t> Cada funcionário tira uma semana de férias, debatido em uma reunião com todos os colaboradores da equipe já durante o ano, para assim, não surgir desmotivação. </a:t>
            </a:r>
            <a:endParaRPr b="1" sz="1600">
              <a:solidFill>
                <a:srgbClr val="4745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2024-09-23T15:30:53Z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2021-11-16T00:00:00Z</vt:filetime>
  </property>
  <property fmtid="{D5CDD505-2E9C-101B-9397-08002B2CF9AE}" pid="3" name="Creator">
    <vt:lpwstr>Adobe Illustrator 26.0 (Macintosh)</vt:lpwstr>
  </property>
  <property fmtid="{D5CDD505-2E9C-101B-9397-08002B2CF9AE}" pid="4" name="GTS_PDFXConformance">
    <vt:lpwstr>PDF/X-1a:2001</vt:lpwstr>
  </property>
  <property fmtid="{D5CDD505-2E9C-101B-9397-08002B2CF9AE}" pid="5" name="GTS_PDFXVersion">
    <vt:lpwstr>PDF/X-1:2001</vt:lpwstr>
  </property>
  <property fmtid="{D5CDD505-2E9C-101B-9397-08002B2CF9AE}" pid="6" name="LastSaved">
    <vt:filetime>2024-09-23T00:00:00Z</vt:filetime>
  </property>
  <property fmtid="{D5CDD505-2E9C-101B-9397-08002B2CF9AE}" pid="7" name="Producer">
    <vt:lpwstr>Adobe PDF library 16.03</vt:lpwstr>
  </property>
</Properties>
</file>